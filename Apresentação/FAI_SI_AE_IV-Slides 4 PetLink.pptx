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75" r:id="rId3"/>
    <p:sldId id="299" r:id="rId4"/>
    <p:sldId id="303" r:id="rId5"/>
    <p:sldId id="296" r:id="rId6"/>
    <p:sldId id="301" r:id="rId7"/>
    <p:sldId id="304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190" y="11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3244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44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4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62" name="Subtítulo do Slid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63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ítulo da Seção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da Seção</a:t>
            </a:r>
          </a:p>
        </p:txBody>
      </p:sp>
      <p:sp>
        <p:nvSpPr>
          <p:cNvPr id="7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80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8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ítulo da Agenda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Título da Agenda</a:t>
            </a:r>
          </a:p>
        </p:txBody>
      </p:sp>
      <p:sp>
        <p:nvSpPr>
          <p:cNvPr id="89" name="Subtítulo de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de Agenda</a:t>
            </a:r>
          </a:p>
        </p:txBody>
      </p:sp>
      <p:sp>
        <p:nvSpPr>
          <p:cNvPr id="90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Tópicos da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ato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Informações do fa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Informações do fato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“Citação Notável”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ribuiçã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Atribuição</a:t>
            </a:r>
          </a:p>
        </p:txBody>
      </p:sp>
      <p:sp>
        <p:nvSpPr>
          <p:cNvPr id="11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m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m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m"/>
          <p:cNvSpPr>
            <a:spLocks noGrp="1"/>
          </p:cNvSpPr>
          <p:nvPr>
            <p:ph type="pic" idx="23"/>
          </p:nvPr>
        </p:nvSpPr>
        <p:spPr>
          <a:xfrm>
            <a:off x="4984750" y="2749550"/>
            <a:ext cx="7937500" cy="9238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o Slide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do Slide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1101800" y="6749008"/>
            <a:ext cx="11809312" cy="199922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defRPr sz="6000" spc="-119">
                <a:solidFill>
                  <a:srgbClr val="FFFFFF"/>
                </a:solidFill>
              </a:defRPr>
            </a:pPr>
            <a:r>
              <a:rPr lang="pt-BR" sz="3600" dirty="0">
                <a:solidFill>
                  <a:srgbClr val="FFFF00"/>
                </a:solidFill>
              </a:rPr>
              <a:t>Curso: Sistemas de Informação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Disciplina:   Atividades de Extensão IV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Unidade/assunto: Projeto de Integração Disciplinar</a:t>
            </a:r>
            <a:br>
              <a:rPr lang="pt-BR" sz="2800" dirty="0">
                <a:solidFill>
                  <a:srgbClr val="FFFF00"/>
                </a:solidFill>
              </a:rPr>
            </a:br>
            <a:endParaRPr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55480-27D4-646C-79CD-B1272BA6A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986" y="1731386"/>
            <a:ext cx="6290828" cy="629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691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EACB2-A43A-0AC8-CDDD-BD48213C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50E464D0-6A98-8871-6F2C-FF361A4BF37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Objetivo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3F0D9-E026-94DC-BBFE-AAEBC6D7C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045" y="1780456"/>
            <a:ext cx="5244027" cy="6369028"/>
          </a:xfrm>
          <a:prstGeom prst="rect">
            <a:avLst/>
          </a:prstGeom>
        </p:spPr>
      </p:pic>
      <p:sp>
        <p:nvSpPr>
          <p:cNvPr id="5" name="CaixaDeTexto 1">
            <a:extLst>
              <a:ext uri="{FF2B5EF4-FFF2-40B4-BE49-F238E27FC236}">
                <a16:creationId xmlns:a16="http://schemas.microsoft.com/office/drawing/2014/main" id="{F26CFA46-734B-050F-580A-F54F3680F9B4}"/>
              </a:ext>
            </a:extLst>
          </p:cNvPr>
          <p:cNvSpPr txBox="1"/>
          <p:nvPr/>
        </p:nvSpPr>
        <p:spPr>
          <a:xfrm>
            <a:off x="309712" y="3504003"/>
            <a:ext cx="6624736" cy="35496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pt-BR" sz="3200" dirty="0"/>
              <a:t>Incentivar a Vacinação de animais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Doação e Adoção Responsável 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Diminuir Maus tratos</a:t>
            </a:r>
          </a:p>
          <a:p>
            <a:pPr algn="l"/>
            <a:endParaRPr lang="pt-BR" sz="3200" dirty="0"/>
          </a:p>
          <a:p>
            <a:pPr algn="l"/>
            <a:r>
              <a:rPr lang="pt-BR" sz="3200" dirty="0"/>
              <a:t>Facilitar a vida do tutor</a:t>
            </a:r>
          </a:p>
        </p:txBody>
      </p:sp>
    </p:spTree>
    <p:extLst>
      <p:ext uri="{BB962C8B-B14F-4D97-AF65-F5344CB8AC3E}">
        <p14:creationId xmlns:p14="http://schemas.microsoft.com/office/powerpoint/2010/main" val="19903756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A2C65-627B-6FA6-8A71-45EA0553F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B331C0D9-BE08-A633-DC94-41F2FEAFF27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Diagrama de Classe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D741D2-E8C0-B2A8-A124-5E6BA396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32" y="1564432"/>
            <a:ext cx="10225136" cy="756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2798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314C-E5AA-FF02-110A-5169E7D8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C77E2D7B-DB07-3228-49B7-3AA44193141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Diagrama de Sequencia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5C78AF0-452C-0FDE-438A-F564208C0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0" y="1708448"/>
            <a:ext cx="10929680" cy="690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635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F63B5-E589-BE20-59E7-15D6D6E0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027A5636-8859-F65D-3455-3FE5E80807A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Diagrama de Pacotes</a:t>
            </a: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C02D16-2E85-B428-A314-14856D2A5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48" y="2500536"/>
            <a:ext cx="9774014" cy="642074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D2C4B84-7ECF-4044-F76A-244A8C8E9F87}"/>
              </a:ext>
            </a:extLst>
          </p:cNvPr>
          <p:cNvSpPr txBox="1"/>
          <p:nvPr/>
        </p:nvSpPr>
        <p:spPr>
          <a:xfrm>
            <a:off x="484567" y="1616889"/>
            <a:ext cx="326802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173393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FRONTEND</a:t>
            </a:r>
            <a:endParaRPr kumimoji="0" lang="pt-BR" sz="20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j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7055996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60A89-8195-6F06-DA7F-D3FA7FCB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12DF5C40-B247-3F3C-C29F-A82B9543611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Diagrama de Pacotes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D77A8C1-9193-2E4E-AF73-2B8769F21473}"/>
              </a:ext>
            </a:extLst>
          </p:cNvPr>
          <p:cNvSpPr txBox="1"/>
          <p:nvPr/>
        </p:nvSpPr>
        <p:spPr>
          <a:xfrm>
            <a:off x="484567" y="1616889"/>
            <a:ext cx="326802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173393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BACKEND</a:t>
            </a:r>
            <a:endParaRPr kumimoji="0" lang="pt-BR" sz="20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j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95DDC8-07F3-44CC-DE80-49A90441C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840" y="2021036"/>
            <a:ext cx="9741803" cy="72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526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54</Words>
  <Application>Microsoft Office PowerPoint</Application>
  <PresentationFormat>Personalizar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Helvetica Neue</vt:lpstr>
      <vt:lpstr>Helvetica Neue Medium</vt:lpstr>
      <vt:lpstr>21_BasicWhite</vt:lpstr>
      <vt:lpstr>Curso: Sistemas de Informação Disciplina:   Atividades de Extensão IV Unidade/assunto: Projeto de Integração Disciplinar </vt:lpstr>
      <vt:lpstr>Apresentação do PowerPoint</vt:lpstr>
      <vt:lpstr>Objetivo</vt:lpstr>
      <vt:lpstr>Diagrama de Classe</vt:lpstr>
      <vt:lpstr>Diagrama de Sequencia</vt:lpstr>
      <vt:lpstr>Diagrama de Pacotes</vt:lpstr>
      <vt:lpstr>Diagrama de Pacotes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Ribeiro</dc:creator>
  <cp:lastModifiedBy>Danilo Ribeiro</cp:lastModifiedBy>
  <cp:revision>139</cp:revision>
  <dcterms:modified xsi:type="dcterms:W3CDTF">2026-09-01T19:40:18Z</dcterms:modified>
</cp:coreProperties>
</file>