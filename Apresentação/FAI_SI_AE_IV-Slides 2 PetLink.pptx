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75" r:id="rId3"/>
    <p:sldId id="287" r:id="rId4"/>
    <p:sldId id="299" r:id="rId5"/>
    <p:sldId id="296" r:id="rId6"/>
    <p:sldId id="295" r:id="rId7"/>
    <p:sldId id="297" r:id="rId8"/>
    <p:sldId id="300" r:id="rId9"/>
    <p:sldId id="298" r:id="rId10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173393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254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254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2022" y="120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9" name="Shape 14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232441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Imagem"/>
          <p:cNvSpPr>
            <a:spLocks noGrp="1"/>
          </p:cNvSpPr>
          <p:nvPr>
            <p:ph type="pic" idx="21"/>
          </p:nvPr>
        </p:nvSpPr>
        <p:spPr>
          <a:xfrm>
            <a:off x="-376767" y="-915894"/>
            <a:ext cx="17835652" cy="1068219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Título da Apresentação"/>
          <p:cNvSpPr txBox="1">
            <a:spLocks noGrp="1"/>
          </p:cNvSpPr>
          <p:nvPr>
            <p:ph type="title" hasCustomPrompt="1"/>
          </p:nvPr>
        </p:nvSpPr>
        <p:spPr>
          <a:xfrm>
            <a:off x="698500" y="5181600"/>
            <a:ext cx="11607800" cy="3302000"/>
          </a:xfrm>
          <a:prstGeom prst="rect">
            <a:avLst/>
          </a:prstGeom>
        </p:spPr>
        <p:txBody>
          <a:bodyPr anchor="b"/>
          <a:lstStyle>
            <a:lvl1pPr>
              <a:defRPr sz="8200" spc="-164"/>
            </a:lvl1pPr>
          </a:lstStyle>
          <a:p>
            <a:r>
              <a:t>Título da Apresentação</a:t>
            </a:r>
          </a:p>
        </p:txBody>
      </p:sp>
      <p:sp>
        <p:nvSpPr>
          <p:cNvPr id="23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8432800"/>
            <a:ext cx="11607800" cy="689769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5pPr>
          </a:lstStyle>
          <a:p>
            <a:r>
              <a:t>Subtítulo da Apresentação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Autor(a) e Data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571500"/>
            <a:ext cx="11607801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SzTx/>
              <a:buNone/>
              <a:defRPr sz="2304" b="1"/>
            </a:lvl1pPr>
          </a:lstStyle>
          <a:p>
            <a:r>
              <a:t>Autor(a) e Data</a:t>
            </a:r>
          </a:p>
        </p:txBody>
      </p:sp>
      <p:sp>
        <p:nvSpPr>
          <p:cNvPr id="25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6349999" y="9220199"/>
            <a:ext cx="297893" cy="287479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Foto Altern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eg"/>
          <p:cNvSpPr>
            <a:spLocks noGrp="1"/>
          </p:cNvSpPr>
          <p:nvPr>
            <p:ph type="pic" idx="21"/>
          </p:nvPr>
        </p:nvSpPr>
        <p:spPr>
          <a:xfrm>
            <a:off x="5319129" y="495299"/>
            <a:ext cx="7543801" cy="878005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98500" y="5003800"/>
            <a:ext cx="5105400" cy="4044566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  <a:lvl2pPr marL="0" indent="4572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2pPr>
            <a:lvl3pPr marL="0" indent="9144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3pPr>
            <a:lvl4pPr marL="0" indent="13716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4pPr>
            <a:lvl5pPr marL="0" indent="182880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5pPr>
          </a:lstStyle>
          <a:p>
            <a:r>
              <a:t>Subtítulo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4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698500" y="692534"/>
            <a:ext cx="5105400" cy="4387466"/>
          </a:xfrm>
          <a:prstGeom prst="rect">
            <a:avLst/>
          </a:prstGeom>
        </p:spPr>
        <p:txBody>
          <a:bodyPr anchor="b"/>
          <a:lstStyle/>
          <a:p>
            <a:r>
              <a:t>Título do Slide</a:t>
            </a:r>
          </a:p>
        </p:txBody>
      </p:sp>
      <p:sp>
        <p:nvSpPr>
          <p:cNvPr id="3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e Marcad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3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11607801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Subtítulo do Slide</a:t>
            </a:r>
          </a:p>
        </p:txBody>
      </p:sp>
      <p:sp>
        <p:nvSpPr>
          <p:cNvPr id="44" name="Título do Slid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4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rcad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589358"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, Marcadores e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660384004_1290x1720.jpeg"/>
          <p:cNvSpPr>
            <a:spLocks noGrp="1"/>
          </p:cNvSpPr>
          <p:nvPr>
            <p:ph type="pic" idx="21"/>
          </p:nvPr>
        </p:nvSpPr>
        <p:spPr>
          <a:xfrm>
            <a:off x="6172200" y="596900"/>
            <a:ext cx="6448425" cy="85979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1" name="Título do Slide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5105400" cy="1016000"/>
          </a:xfrm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62" name="Subtítulo do Slid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698500" y="1412977"/>
            <a:ext cx="5105400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Subtítulo do Slide</a:t>
            </a:r>
          </a:p>
        </p:txBody>
      </p:sp>
      <p:sp>
        <p:nvSpPr>
          <p:cNvPr id="63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480196"/>
            <a:ext cx="5105400" cy="5593161"/>
          </a:xfrm>
          <a:prstGeom prst="rect">
            <a:avLst/>
          </a:prstGeom>
        </p:spPr>
        <p:txBody>
          <a:bodyPr/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ítulo da Seção"/>
          <p:cNvSpPr txBox="1">
            <a:spLocks noGrp="1"/>
          </p:cNvSpPr>
          <p:nvPr>
            <p:ph type="title" hasCustomPrompt="1"/>
          </p:nvPr>
        </p:nvSpPr>
        <p:spPr>
          <a:xfrm>
            <a:off x="698500" y="3225800"/>
            <a:ext cx="11607800" cy="3302000"/>
          </a:xfrm>
          <a:prstGeom prst="rect">
            <a:avLst/>
          </a:prstGeom>
        </p:spPr>
        <p:txBody>
          <a:bodyPr anchor="ctr"/>
          <a:lstStyle>
            <a:lvl1pPr>
              <a:defRPr sz="8200" b="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Título da Seção</a:t>
            </a:r>
          </a:p>
        </p:txBody>
      </p:sp>
      <p:sp>
        <p:nvSpPr>
          <p:cNvPr id="72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penas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ítulo do Slid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Título do Slide</a:t>
            </a:r>
          </a:p>
        </p:txBody>
      </p:sp>
      <p:sp>
        <p:nvSpPr>
          <p:cNvPr id="80" name="Subtítulo do Slid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12977"/>
            <a:ext cx="11607801" cy="671803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Subtítulo do Slide</a:t>
            </a:r>
          </a:p>
        </p:txBody>
      </p:sp>
      <p:sp>
        <p:nvSpPr>
          <p:cNvPr id="8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ítulo da Agenda"/>
          <p:cNvSpPr txBox="1">
            <a:spLocks noGrp="1"/>
          </p:cNvSpPr>
          <p:nvPr>
            <p:ph type="title" hasCustomPrompt="1"/>
          </p:nvPr>
        </p:nvSpPr>
        <p:spPr>
          <a:xfrm>
            <a:off x="698500" y="444500"/>
            <a:ext cx="11607800" cy="1016000"/>
          </a:xfrm>
          <a:prstGeom prst="rect">
            <a:avLst/>
          </a:prstGeom>
        </p:spPr>
        <p:txBody>
          <a:bodyPr/>
          <a:lstStyle/>
          <a:p>
            <a:r>
              <a:t>Título da Agenda</a:t>
            </a:r>
          </a:p>
        </p:txBody>
      </p:sp>
      <p:sp>
        <p:nvSpPr>
          <p:cNvPr id="89" name="Subtítulo de Agend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1409700"/>
            <a:ext cx="11607801" cy="671802"/>
          </a:xfrm>
          <a:prstGeom prst="rect">
            <a:avLst/>
          </a:prstGeom>
        </p:spPr>
        <p:txBody>
          <a:bodyPr/>
          <a:lstStyle>
            <a:lvl1pPr marL="0" indent="0" defTabSz="587022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Subtítulo de Agenda</a:t>
            </a:r>
          </a:p>
        </p:txBody>
      </p:sp>
      <p:sp>
        <p:nvSpPr>
          <p:cNvPr id="90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1300"/>
              </a:spcBef>
              <a:buSzTx/>
              <a:buNone/>
              <a:defRPr sz="3800" spc="-38"/>
            </a:lvl1pPr>
            <a:lvl2pPr marL="0" indent="457200">
              <a:spcBef>
                <a:spcPts val="1300"/>
              </a:spcBef>
              <a:buSzTx/>
              <a:buNone/>
              <a:defRPr sz="3800" spc="-38"/>
            </a:lvl2pPr>
            <a:lvl3pPr marL="0" indent="914400">
              <a:spcBef>
                <a:spcPts val="1300"/>
              </a:spcBef>
              <a:buSzTx/>
              <a:buNone/>
              <a:defRPr sz="3800" spc="-38"/>
            </a:lvl3pPr>
            <a:lvl4pPr marL="0" indent="1371600">
              <a:spcBef>
                <a:spcPts val="1300"/>
              </a:spcBef>
              <a:buSzTx/>
              <a:buNone/>
              <a:defRPr sz="3800" spc="-38"/>
            </a:lvl4pPr>
            <a:lvl5pPr marL="0" indent="1828800">
              <a:spcBef>
                <a:spcPts val="1300"/>
              </a:spcBef>
              <a:buSzTx/>
              <a:buNone/>
              <a:defRPr sz="3800" spc="-38"/>
            </a:lvl5pPr>
          </a:lstStyle>
          <a:p>
            <a:r>
              <a:t>Tópicos da Agenda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cl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98500" y="3568700"/>
            <a:ext cx="11607800" cy="2617788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8200" spc="-164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Declaração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ato Princi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Informações do fato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98500" y="6209979"/>
            <a:ext cx="11607800" cy="67180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SzTx/>
              <a:buNone/>
              <a:defRPr sz="3800" b="1"/>
            </a:lvl1pPr>
          </a:lstStyle>
          <a:p>
            <a:r>
              <a:t>Informações do fato</a:t>
            </a:r>
          </a:p>
        </p:txBody>
      </p:sp>
      <p:sp>
        <p:nvSpPr>
          <p:cNvPr id="107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999066"/>
            <a:ext cx="11607800" cy="521091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7600" b="1" spc="-176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8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736600" y="3721100"/>
            <a:ext cx="11531600" cy="2324100"/>
          </a:xfrm>
          <a:prstGeom prst="rect">
            <a:avLst/>
          </a:prstGeom>
        </p:spPr>
        <p:txBody>
          <a:bodyPr anchor="ctr"/>
          <a:lstStyle>
            <a:lvl1pPr marL="457200" indent="-342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457200" indent="1143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457200" indent="5715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457200" indent="10287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457200" indent="1485900">
              <a:spcBef>
                <a:spcPts val="0"/>
              </a:spcBef>
              <a:buSzTx/>
              <a:buNone/>
              <a:defRPr sz="6000" spc="-119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“Citação Notável”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Atribuição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19200" y="6426200"/>
            <a:ext cx="11049000" cy="461059"/>
          </a:xfrm>
          <a:prstGeom prst="rect">
            <a:avLst/>
          </a:prstGeom>
        </p:spPr>
        <p:txBody>
          <a:bodyPr/>
          <a:lstStyle>
            <a:lvl1pPr marL="0" indent="0" defTabSz="563541">
              <a:lnSpc>
                <a:spcPct val="100000"/>
              </a:lnSpc>
              <a:spcBef>
                <a:spcPts val="0"/>
              </a:spcBef>
              <a:buSzTx/>
              <a:buNone/>
              <a:defRPr sz="2304" b="1"/>
            </a:lvl1pPr>
          </a:lstStyle>
          <a:p>
            <a:r>
              <a:t>Atribuição</a:t>
            </a:r>
          </a:p>
        </p:txBody>
      </p:sp>
      <p:sp>
        <p:nvSpPr>
          <p:cNvPr id="117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rês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Imagem"/>
          <p:cNvSpPr>
            <a:spLocks noGrp="1"/>
          </p:cNvSpPr>
          <p:nvPr>
            <p:ph type="pic" idx="21"/>
          </p:nvPr>
        </p:nvSpPr>
        <p:spPr>
          <a:xfrm>
            <a:off x="-2082800" y="687558"/>
            <a:ext cx="11165190" cy="837389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5" name="Imagem"/>
          <p:cNvSpPr>
            <a:spLocks noGrp="1"/>
          </p:cNvSpPr>
          <p:nvPr>
            <p:ph type="pic" sz="half" idx="22"/>
          </p:nvPr>
        </p:nvSpPr>
        <p:spPr>
          <a:xfrm>
            <a:off x="6597650" y="292100"/>
            <a:ext cx="5740400" cy="459232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Imagem"/>
          <p:cNvSpPr>
            <a:spLocks noGrp="1"/>
          </p:cNvSpPr>
          <p:nvPr>
            <p:ph type="pic" idx="23"/>
          </p:nvPr>
        </p:nvSpPr>
        <p:spPr>
          <a:xfrm>
            <a:off x="4984750" y="2749550"/>
            <a:ext cx="7937500" cy="923827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7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886640052_3195x2556.jpeg"/>
          <p:cNvSpPr>
            <a:spLocks noGrp="1"/>
          </p:cNvSpPr>
          <p:nvPr>
            <p:ph type="pic" idx="21"/>
          </p:nvPr>
        </p:nvSpPr>
        <p:spPr>
          <a:xfrm>
            <a:off x="-1016000" y="-1054100"/>
            <a:ext cx="14427200" cy="1154176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6353454" y="9220199"/>
            <a:ext cx="297892" cy="28747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698500" y="2959100"/>
            <a:ext cx="11607800" cy="609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Texto com marcadores do slide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Título do Slide"/>
          <p:cNvSpPr txBox="1">
            <a:spLocks noGrp="1"/>
          </p:cNvSpPr>
          <p:nvPr>
            <p:ph type="title"/>
          </p:nvPr>
        </p:nvSpPr>
        <p:spPr>
          <a:xfrm>
            <a:off x="698500" y="440266"/>
            <a:ext cx="11607800" cy="101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Título do Slide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6350067" y="9220199"/>
            <a:ext cx="297892" cy="28747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3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ransition spd="med"/>
  <p:txStyles>
    <p:titleStyle>
      <a:lvl1pPr marL="0" marR="0" indent="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173393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6000" b="1" i="0" u="none" strike="noStrike" cap="none" spc="-119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381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762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143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1524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1905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2286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2667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3048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3429000" marR="0" indent="-381000" algn="l" defTabSz="1733930" rtl="0" latinLnBrk="0">
        <a:lnSpc>
          <a:spcPct val="90000"/>
        </a:lnSpc>
        <a:spcBef>
          <a:spcPts val="3200"/>
        </a:spcBef>
        <a:spcAft>
          <a:spcPts val="0"/>
        </a:spcAft>
        <a:buClrTx/>
        <a:buSzPct val="123000"/>
        <a:buFontTx/>
        <a:buChar char="•"/>
        <a:tabLst/>
        <a:defRPr sz="30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ítulo da Apresentação"/>
          <p:cNvSpPr txBox="1">
            <a:spLocks noGrp="1"/>
          </p:cNvSpPr>
          <p:nvPr>
            <p:ph type="ctrTitle" idx="4294967295"/>
          </p:nvPr>
        </p:nvSpPr>
        <p:spPr>
          <a:xfrm>
            <a:off x="1101800" y="6749008"/>
            <a:ext cx="11809312" cy="1999220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defRPr sz="6000" spc="-119">
                <a:solidFill>
                  <a:srgbClr val="FFFFFF"/>
                </a:solidFill>
              </a:defRPr>
            </a:pPr>
            <a:r>
              <a:rPr lang="pt-BR" sz="3600" dirty="0">
                <a:solidFill>
                  <a:srgbClr val="FFFF00"/>
                </a:solidFill>
              </a:rPr>
              <a:t>Curso: Sistemas de Informação</a:t>
            </a:r>
            <a:br>
              <a:rPr lang="pt-BR" sz="3600" dirty="0">
                <a:solidFill>
                  <a:srgbClr val="FFFF00"/>
                </a:solidFill>
              </a:rPr>
            </a:br>
            <a:r>
              <a:rPr lang="pt-BR" sz="3600" dirty="0">
                <a:solidFill>
                  <a:srgbClr val="FFFF00"/>
                </a:solidFill>
              </a:rPr>
              <a:t>Disciplina:   Atividades de Extensão IV</a:t>
            </a:r>
            <a:br>
              <a:rPr lang="pt-BR" sz="3600" dirty="0">
                <a:solidFill>
                  <a:srgbClr val="FFFF00"/>
                </a:solidFill>
              </a:rPr>
            </a:br>
            <a:r>
              <a:rPr lang="pt-BR" sz="3600" dirty="0">
                <a:solidFill>
                  <a:srgbClr val="FFFF00"/>
                </a:solidFill>
              </a:rPr>
              <a:t>Unidade/assunto: Projeto de Integração Disciplinar</a:t>
            </a:r>
            <a:br>
              <a:rPr lang="pt-BR" sz="2800" dirty="0">
                <a:solidFill>
                  <a:srgbClr val="FFFF00"/>
                </a:solidFill>
              </a:rPr>
            </a:br>
            <a:endParaRPr sz="2800" dirty="0">
              <a:solidFill>
                <a:srgbClr val="FFFF00"/>
              </a:solidFill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55480-27D4-646C-79CD-B1272BA6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986" y="1731386"/>
            <a:ext cx="6290828" cy="6290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96917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/>
          <p:cNvSpPr txBox="1">
            <a:spLocks noGrp="1"/>
          </p:cNvSpPr>
          <p:nvPr>
            <p:ph type="ctrTitle" idx="4294967295"/>
          </p:nvPr>
        </p:nvSpPr>
        <p:spPr>
          <a:xfrm>
            <a:off x="2325936" y="484312"/>
            <a:ext cx="10225136" cy="151216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pt-BR" dirty="0"/>
              <a:t>Apresentação do projeto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9AD74B89-9BA1-4918-2FC7-B6321C2D2BAA}"/>
              </a:ext>
            </a:extLst>
          </p:cNvPr>
          <p:cNvSpPr txBox="1"/>
          <p:nvPr/>
        </p:nvSpPr>
        <p:spPr>
          <a:xfrm>
            <a:off x="2181920" y="1852464"/>
            <a:ext cx="8640960" cy="699678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r>
              <a:rPr lang="pt-BR" sz="3200" dirty="0"/>
              <a:t>Vacinação</a:t>
            </a:r>
          </a:p>
          <a:p>
            <a:endParaRPr lang="pt-BR" sz="3200" dirty="0"/>
          </a:p>
          <a:p>
            <a:r>
              <a:rPr lang="pt-BR" sz="3200" dirty="0"/>
              <a:t>Doação</a:t>
            </a:r>
          </a:p>
          <a:p>
            <a:endParaRPr lang="pt-BR" sz="3200" dirty="0"/>
          </a:p>
          <a:p>
            <a:r>
              <a:rPr lang="pt-BR" sz="3200" dirty="0"/>
              <a:t>Adoção</a:t>
            </a:r>
          </a:p>
          <a:p>
            <a:endParaRPr lang="pt-BR" sz="3200" dirty="0"/>
          </a:p>
          <a:p>
            <a:r>
              <a:rPr lang="pt-BR" sz="3200" dirty="0"/>
              <a:t>Campanhas de Adoção</a:t>
            </a:r>
          </a:p>
          <a:p>
            <a:endParaRPr lang="pt-BR" sz="3200" dirty="0"/>
          </a:p>
          <a:p>
            <a:r>
              <a:rPr lang="pt-BR" sz="3200" dirty="0"/>
              <a:t>Campanhas de Vacinação</a:t>
            </a:r>
          </a:p>
          <a:p>
            <a:endParaRPr lang="pt-BR" sz="3200" dirty="0"/>
          </a:p>
          <a:p>
            <a:r>
              <a:rPr lang="pt-BR" sz="3200" dirty="0"/>
              <a:t>Disque denuncia sobre maus tratos</a:t>
            </a:r>
          </a:p>
          <a:p>
            <a:endParaRPr lang="pt-BR" sz="3200" dirty="0"/>
          </a:p>
          <a:p>
            <a:r>
              <a:rPr lang="pt-BR" sz="3200" dirty="0"/>
              <a:t>Animais perdidos</a:t>
            </a:r>
          </a:p>
          <a:p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82738044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CEACB2-A43A-0AC8-CDDD-BD48213C3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>
            <a:extLst>
              <a:ext uri="{FF2B5EF4-FFF2-40B4-BE49-F238E27FC236}">
                <a16:creationId xmlns:a16="http://schemas.microsoft.com/office/drawing/2014/main" id="{50E464D0-6A98-8871-6F2C-FF361A4BF37B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325936" y="484312"/>
            <a:ext cx="10225136" cy="151216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pt-BR" dirty="0"/>
              <a:t>Objetivo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33F0D9-E026-94DC-BBFE-AAEBC6D7C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045" y="1780456"/>
            <a:ext cx="5244027" cy="6369028"/>
          </a:xfrm>
          <a:prstGeom prst="rect">
            <a:avLst/>
          </a:prstGeom>
        </p:spPr>
      </p:pic>
      <p:sp>
        <p:nvSpPr>
          <p:cNvPr id="5" name="CaixaDeTexto 1">
            <a:extLst>
              <a:ext uri="{FF2B5EF4-FFF2-40B4-BE49-F238E27FC236}">
                <a16:creationId xmlns:a16="http://schemas.microsoft.com/office/drawing/2014/main" id="{F26CFA46-734B-050F-580A-F54F3680F9B4}"/>
              </a:ext>
            </a:extLst>
          </p:cNvPr>
          <p:cNvSpPr txBox="1"/>
          <p:nvPr/>
        </p:nvSpPr>
        <p:spPr>
          <a:xfrm>
            <a:off x="309712" y="3504003"/>
            <a:ext cx="6624736" cy="35496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algn="l"/>
            <a:r>
              <a:rPr lang="pt-BR" sz="3200" dirty="0"/>
              <a:t>Incentivar a Vacinação de animais</a:t>
            </a:r>
          </a:p>
          <a:p>
            <a:pPr algn="l"/>
            <a:endParaRPr lang="pt-BR" sz="3200" dirty="0"/>
          </a:p>
          <a:p>
            <a:pPr algn="l"/>
            <a:r>
              <a:rPr lang="pt-BR" sz="3200" dirty="0"/>
              <a:t>Doação e Adoção Responsável </a:t>
            </a:r>
          </a:p>
          <a:p>
            <a:pPr algn="l"/>
            <a:endParaRPr lang="pt-BR" sz="3200" dirty="0"/>
          </a:p>
          <a:p>
            <a:pPr algn="l"/>
            <a:r>
              <a:rPr lang="pt-BR" sz="3200" dirty="0"/>
              <a:t>Diminuir Maus tratos</a:t>
            </a:r>
          </a:p>
          <a:p>
            <a:pPr algn="l"/>
            <a:endParaRPr lang="pt-BR" sz="3200" dirty="0"/>
          </a:p>
          <a:p>
            <a:pPr algn="l"/>
            <a:r>
              <a:rPr lang="pt-BR" sz="3200" dirty="0"/>
              <a:t>Facilitar a vida do tutor</a:t>
            </a:r>
          </a:p>
        </p:txBody>
      </p:sp>
    </p:spTree>
    <p:extLst>
      <p:ext uri="{BB962C8B-B14F-4D97-AF65-F5344CB8AC3E}">
        <p14:creationId xmlns:p14="http://schemas.microsoft.com/office/powerpoint/2010/main" val="1990375604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5314C-E5AA-FF02-110A-5169E7D84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>
            <a:extLst>
              <a:ext uri="{FF2B5EF4-FFF2-40B4-BE49-F238E27FC236}">
                <a16:creationId xmlns:a16="http://schemas.microsoft.com/office/drawing/2014/main" id="{C77E2D7B-DB07-3228-49B7-3AA44193141E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325936" y="484312"/>
            <a:ext cx="10225136" cy="151216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pt-BR" dirty="0"/>
              <a:t>Requisitos Funcionais</a:t>
            </a:r>
            <a:endParaRPr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7631254-E8D9-F326-B540-4F27D28EB200}"/>
              </a:ext>
            </a:extLst>
          </p:cNvPr>
          <p:cNvSpPr txBox="1"/>
          <p:nvPr/>
        </p:nvSpPr>
        <p:spPr>
          <a:xfrm>
            <a:off x="453728" y="1636440"/>
            <a:ext cx="13004800" cy="67403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RF 3 – Cadastro de pet</a:t>
            </a:r>
          </a:p>
          <a:p>
            <a:pPr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Descrição: O sistema deve permitir que o usuário cadastre um ou mais animais de estimação associados à sua conta.</a:t>
            </a:r>
          </a:p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Entradas:</a:t>
            </a:r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 do pet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Espécie (cão, gato, etc.)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Raça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Idade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Sexo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Foto (opcional) </a:t>
            </a:r>
          </a:p>
          <a:p>
            <a:pPr lvl="0"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Processamento:</a:t>
            </a:r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Associar o pet ao usuário logado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Armazenar os dados no banco de dados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Fazer upload da imagem (se houver) </a:t>
            </a:r>
          </a:p>
          <a:p>
            <a:pPr lvl="0"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Saída:</a:t>
            </a:r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 cadastrado e exibido na lista do usuário </a:t>
            </a:r>
          </a:p>
          <a:p>
            <a:pPr lvl="0"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Regras de negócio:</a:t>
            </a:r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Um usuário pode cadastrar múltiplos pets </a:t>
            </a:r>
          </a:p>
          <a:p>
            <a:pPr lvl="0"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nome do pet é obrigatório</a:t>
            </a:r>
          </a:p>
          <a:p>
            <a:pPr lvl="0"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Prioridade: (X) essencial   ( ) importante  ( ) desejável</a:t>
            </a:r>
          </a:p>
        </p:txBody>
      </p:sp>
    </p:spTree>
    <p:extLst>
      <p:ext uri="{BB962C8B-B14F-4D97-AF65-F5344CB8AC3E}">
        <p14:creationId xmlns:p14="http://schemas.microsoft.com/office/powerpoint/2010/main" val="176386351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1C4148-21AC-A28B-65DA-2CF6CFB7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>
            <a:extLst>
              <a:ext uri="{FF2B5EF4-FFF2-40B4-BE49-F238E27FC236}">
                <a16:creationId xmlns:a16="http://schemas.microsoft.com/office/drawing/2014/main" id="{E17AB7CF-68F7-B6AB-AC80-CD2298FAA87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779664" y="556320"/>
            <a:ext cx="10225136" cy="151216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pt-BR" dirty="0"/>
              <a:t>Requisitos Não Funcionais</a:t>
            </a:r>
            <a:endParaRPr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4BBC7AD-3009-4A18-4A12-A8AE6728B27B}"/>
              </a:ext>
            </a:extLst>
          </p:cNvPr>
          <p:cNvSpPr txBox="1"/>
          <p:nvPr/>
        </p:nvSpPr>
        <p:spPr>
          <a:xfrm>
            <a:off x="453728" y="4084712"/>
            <a:ext cx="13004800" cy="25853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RNF 2 – Interface Clara</a:t>
            </a:r>
          </a:p>
          <a:p>
            <a:pPr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Descrição: As devem ser apresentadas de forma clara e compreensível, sendo objetivo e para que leigos consigam ultiliza-los</a:t>
            </a:r>
          </a:p>
          <a:p>
            <a:pPr algn="l"/>
            <a:endParaRPr lang="pt-BR" sz="1800" b="1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pt-BR" sz="1800" b="1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pt-BR" sz="1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RNF  9 – Possível integração futura</a:t>
            </a:r>
          </a:p>
          <a:p>
            <a:pPr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Descrição: O sistema pode permitir integração com outros sistemas no futuro.</a:t>
            </a:r>
          </a:p>
          <a:p>
            <a:pPr algn="l"/>
            <a:r>
              <a:rPr lang="pt-BR" sz="18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Exemplo: Integração com um aplicativo mobile</a:t>
            </a:r>
          </a:p>
          <a:p>
            <a:pPr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pt-BR" sz="18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246302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3DD0B4-1A60-2935-2B2A-1D39188C3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>
            <a:extLst>
              <a:ext uri="{FF2B5EF4-FFF2-40B4-BE49-F238E27FC236}">
                <a16:creationId xmlns:a16="http://schemas.microsoft.com/office/drawing/2014/main" id="{1881D480-DCB3-DAA8-5C33-C413FBDC067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685976" y="484312"/>
            <a:ext cx="10225136" cy="151216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en-US" dirty="0"/>
              <a:t>Modelo de Dados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650841-7C94-9AA3-6D34-893062C09C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880" y="1636440"/>
            <a:ext cx="9915525" cy="724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247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3AD252-CE73-8474-D3AD-355A3726E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>
            <a:extLst>
              <a:ext uri="{FF2B5EF4-FFF2-40B4-BE49-F238E27FC236}">
                <a16:creationId xmlns:a16="http://schemas.microsoft.com/office/drawing/2014/main" id="{DE82A6F5-DCE6-240A-29B5-272AFC9374D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613968" y="340296"/>
            <a:ext cx="10225136" cy="151216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pt-BR" dirty="0"/>
              <a:t>Diagrama</a:t>
            </a:r>
            <a:r>
              <a:rPr lang="pt-BR" b="0" dirty="0"/>
              <a:t> </a:t>
            </a:r>
            <a:r>
              <a:rPr lang="pt-BR" dirty="0"/>
              <a:t>de Caso de Uso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77106F-31EA-8AEF-0E58-66FBC154ED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008" y="1132384"/>
            <a:ext cx="6508099" cy="857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9491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B6796C-1E07-27B0-D18B-9F6860E27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ítulo da Apresentação">
            <a:extLst>
              <a:ext uri="{FF2B5EF4-FFF2-40B4-BE49-F238E27FC236}">
                <a16:creationId xmlns:a16="http://schemas.microsoft.com/office/drawing/2014/main" id="{0DC8584D-D619-3EC9-0859-D09519B2F8A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2541960" y="340296"/>
            <a:ext cx="9793088" cy="1512168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 fontAlgn="base"/>
            <a:r>
              <a:rPr lang="pt-BR" dirty="0"/>
              <a:t>Visão de Interação do usuário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47F73E-81D6-6665-B090-A09B5984E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76600"/>
            <a:ext cx="13004800" cy="50288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C14D60-D740-6923-75CB-779FE002A6AF}"/>
              </a:ext>
            </a:extLst>
          </p:cNvPr>
          <p:cNvSpPr txBox="1"/>
          <p:nvPr/>
        </p:nvSpPr>
        <p:spPr>
          <a:xfrm>
            <a:off x="165696" y="2428528"/>
            <a:ext cx="3240360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173393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 dirty="0" err="1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Helvetica Neue"/>
              </a:rPr>
              <a:t>Cadastrar</a:t>
            </a:r>
            <a:r>
              <a:rPr kumimoji="0" lang="en-US" sz="24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Helvetica Neue"/>
              </a:rPr>
              <a:t> </a:t>
            </a:r>
            <a:r>
              <a:rPr kumimoji="0" lang="en-US" sz="2400" b="1" i="0" u="none" strike="noStrike" cap="none" spc="0" normalizeH="0" baseline="0" dirty="0" err="1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Helvetica Neue"/>
              </a:rPr>
              <a:t>Vacinação</a:t>
            </a:r>
            <a:endParaRPr kumimoji="0" lang="pt-BR" sz="2400" b="1" i="0" u="none" strike="noStrike" cap="none" spc="0" normalizeH="0" baseline="0" dirty="0">
              <a:ln>
                <a:noFill/>
              </a:ln>
              <a:solidFill>
                <a:schemeClr val="bg2">
                  <a:lumMod val="10000"/>
                </a:schemeClr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829350455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73393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238</Words>
  <Application>Microsoft Office PowerPoint</Application>
  <PresentationFormat>Custom</PresentationFormat>
  <Paragraphs>60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Helvetica Neue</vt:lpstr>
      <vt:lpstr>Helvetica Neue Medium</vt:lpstr>
      <vt:lpstr>Times New Roman</vt:lpstr>
      <vt:lpstr>21_BasicWhite</vt:lpstr>
      <vt:lpstr>Curso: Sistemas de Informação Disciplina:   Atividades de Extensão IV Unidade/assunto: Projeto de Integração Disciplinar </vt:lpstr>
      <vt:lpstr>PowerPoint Presentation</vt:lpstr>
      <vt:lpstr>Apresentação do projeto</vt:lpstr>
      <vt:lpstr>Objetivo</vt:lpstr>
      <vt:lpstr>Requisitos Funcionais</vt:lpstr>
      <vt:lpstr>Requisitos Não Funcionais</vt:lpstr>
      <vt:lpstr>Modelo de Dados</vt:lpstr>
      <vt:lpstr>Diagrama de Caso de Uso</vt:lpstr>
      <vt:lpstr>Visão de Interação do usuário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Rodrigo Ribeiro</dc:creator>
  <cp:lastModifiedBy>Danilo Ribeiro</cp:lastModifiedBy>
  <cp:revision>137</cp:revision>
  <dcterms:modified xsi:type="dcterms:W3CDTF">2026-05-08T21:35:24Z</dcterms:modified>
</cp:coreProperties>
</file>