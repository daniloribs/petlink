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75" r:id="rId3"/>
    <p:sldId id="287" r:id="rId4"/>
    <p:sldId id="296" r:id="rId5"/>
    <p:sldId id="295" r:id="rId6"/>
    <p:sldId id="294" r:id="rId7"/>
    <p:sldId id="297" r:id="rId8"/>
    <p:sldId id="298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173393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2022" y="12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3244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m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Título da Apresentação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Título da Apresentação</a:t>
            </a:r>
          </a:p>
        </p:txBody>
      </p:sp>
      <p:sp>
        <p:nvSpPr>
          <p:cNvPr id="23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Subtítulo da Apresentação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or(a) e Data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Autor(a) e Data</a:t>
            </a:r>
          </a:p>
        </p:txBody>
      </p:sp>
      <p:sp>
        <p:nvSpPr>
          <p:cNvPr id="2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Foto Alterna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eg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r>
              <a:t>Subtítulo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Título do Slide</a:t>
            </a:r>
          </a:p>
        </p:txBody>
      </p:sp>
      <p:sp>
        <p:nvSpPr>
          <p:cNvPr id="3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44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4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660384004_1290x1720.jpeg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Título do Slide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62" name="Subtítulo do Slid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63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ítulo da Seção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Título da Seção</a:t>
            </a:r>
          </a:p>
        </p:txBody>
      </p:sp>
      <p:sp>
        <p:nvSpPr>
          <p:cNvPr id="7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ítulo do Slid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Título do Slide</a:t>
            </a:r>
          </a:p>
        </p:txBody>
      </p:sp>
      <p:sp>
        <p:nvSpPr>
          <p:cNvPr id="80" name="Subtítulo do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do Slide</a:t>
            </a:r>
          </a:p>
        </p:txBody>
      </p:sp>
      <p:sp>
        <p:nvSpPr>
          <p:cNvPr id="8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ítulo da Agenda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Título da Agenda</a:t>
            </a:r>
          </a:p>
        </p:txBody>
      </p:sp>
      <p:sp>
        <p:nvSpPr>
          <p:cNvPr id="89" name="Subtítulo de Agenda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Subtítulo de Agenda</a:t>
            </a:r>
          </a:p>
        </p:txBody>
      </p:sp>
      <p:sp>
        <p:nvSpPr>
          <p:cNvPr id="90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Tópicos da Agenda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cl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Declaração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ato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Informações do fat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</a:lstStyle>
          <a:p>
            <a:r>
              <a:t>Informações do fato</a:t>
            </a:r>
          </a:p>
        </p:txBody>
      </p:sp>
      <p:sp>
        <p:nvSpPr>
          <p:cNvPr id="107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b="1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z="600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“Citação Notável”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Atribuição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sz="2304" b="1"/>
            </a:lvl1pPr>
          </a:lstStyle>
          <a:p>
            <a:r>
              <a:t>Atribuição</a:t>
            </a:r>
          </a:p>
        </p:txBody>
      </p:sp>
      <p:sp>
        <p:nvSpPr>
          <p:cNvPr id="11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m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m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m"/>
          <p:cNvSpPr>
            <a:spLocks noGrp="1"/>
          </p:cNvSpPr>
          <p:nvPr>
            <p:ph type="pic" idx="23"/>
          </p:nvPr>
        </p:nvSpPr>
        <p:spPr>
          <a:xfrm>
            <a:off x="4984750" y="2749550"/>
            <a:ext cx="7937500" cy="9238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886640052_3195x2556.jpeg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Texto com marcadores do slide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Título do Slide"/>
          <p:cNvSpPr txBox="1">
            <a:spLocks noGrp="1"/>
          </p:cNvSpPr>
          <p:nvPr>
            <p:ph type="title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Título do Slide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3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1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1101800" y="6749008"/>
            <a:ext cx="11809312" cy="1999220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defRPr sz="6000" spc="-119">
                <a:solidFill>
                  <a:srgbClr val="FFFFFF"/>
                </a:solidFill>
              </a:defRPr>
            </a:pPr>
            <a:r>
              <a:rPr lang="pt-BR" sz="3600" dirty="0">
                <a:solidFill>
                  <a:srgbClr val="FFFF00"/>
                </a:solidFill>
              </a:rPr>
              <a:t>Curso: Sistemas de Informação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Disciplina:   Atividades de Extensão IV</a:t>
            </a:r>
            <a:br>
              <a:rPr lang="pt-BR" sz="3600" dirty="0">
                <a:solidFill>
                  <a:srgbClr val="FFFF00"/>
                </a:solidFill>
              </a:rPr>
            </a:br>
            <a:r>
              <a:rPr lang="pt-BR" sz="3600" dirty="0">
                <a:solidFill>
                  <a:srgbClr val="FFFF00"/>
                </a:solidFill>
              </a:rPr>
              <a:t>Unidade/assunto: Projeto de Integração Disciplinar</a:t>
            </a:r>
            <a:br>
              <a:rPr lang="pt-BR" sz="2800" dirty="0">
                <a:solidFill>
                  <a:srgbClr val="FFFF00"/>
                </a:solidFill>
              </a:rPr>
            </a:br>
            <a:endParaRPr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697871" y="4409616"/>
            <a:ext cx="11609057" cy="9343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dirty="0"/>
              <a:t>P</a:t>
            </a:r>
            <a:r>
              <a:rPr lang="pt-BR" dirty="0" err="1"/>
              <a:t>etLink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896917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/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Sobre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AD74B89-9BA1-4918-2FC7-B6321C2D2BAA}"/>
              </a:ext>
            </a:extLst>
          </p:cNvPr>
          <p:cNvSpPr txBox="1"/>
          <p:nvPr/>
        </p:nvSpPr>
        <p:spPr>
          <a:xfrm>
            <a:off x="0" y="2855735"/>
            <a:ext cx="13004799" cy="40421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pt-BR" sz="3200" dirty="0"/>
              <a:t>Organização das etapas do projeto</a:t>
            </a:r>
          </a:p>
          <a:p>
            <a:endParaRPr lang="pt-BR" sz="3200" dirty="0"/>
          </a:p>
          <a:p>
            <a:r>
              <a:rPr lang="pt-BR" sz="3200" dirty="0"/>
              <a:t>Definição dos recursos necessários</a:t>
            </a:r>
          </a:p>
          <a:p>
            <a:endParaRPr lang="pt-BR" sz="3200" dirty="0"/>
          </a:p>
          <a:p>
            <a:r>
              <a:rPr lang="pt-BR" sz="3200" dirty="0"/>
              <a:t>Estrutura para desenvolvimento do sistema</a:t>
            </a:r>
          </a:p>
          <a:p>
            <a:endParaRPr lang="pt-BR" sz="3200" dirty="0"/>
          </a:p>
          <a:p>
            <a:r>
              <a:rPr lang="pt-BR" sz="3200" dirty="0"/>
              <a:t>Base para execução e acompanhamento</a:t>
            </a:r>
          </a:p>
          <a:p>
            <a:pPr marL="0" marR="0" indent="0" algn="ctr" defTabSz="173393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273804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314C-E5AA-FF02-110A-5169E7D8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C77E2D7B-DB07-3228-49B7-3AA44193141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Requisitos Funcionais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631254-E8D9-F326-B540-4F27D28EB200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Cadastro de usuários e pets</a:t>
            </a:r>
          </a:p>
          <a:p>
            <a:endParaRPr lang="pt-BR" sz="3200" dirty="0"/>
          </a:p>
          <a:p>
            <a:r>
              <a:rPr lang="pt-BR" sz="3200" dirty="0"/>
              <a:t>Registro de vacinação</a:t>
            </a:r>
          </a:p>
          <a:p>
            <a:endParaRPr lang="pt-BR" sz="3200" dirty="0"/>
          </a:p>
          <a:p>
            <a:r>
              <a:rPr lang="pt-BR" sz="3200" dirty="0"/>
              <a:t>Agendamento de vacinas</a:t>
            </a:r>
          </a:p>
          <a:p>
            <a:endParaRPr lang="pt-BR" sz="3200" dirty="0"/>
          </a:p>
          <a:p>
            <a:r>
              <a:rPr lang="pt-BR" sz="3200" dirty="0"/>
              <a:t>Divulgação de animais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8635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C4148-21AC-A28B-65DA-2CF6CFB7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E17AB7CF-68F7-B6AB-AC80-CD2298FAA87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779664" y="556320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Requisitos Não Funcionais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4BBC7AD-3009-4A18-4A12-A8AE6728B27B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Sistema responsivo</a:t>
            </a:r>
          </a:p>
          <a:p>
            <a:endParaRPr lang="pt-BR" sz="3200" dirty="0"/>
          </a:p>
          <a:p>
            <a:r>
              <a:rPr lang="pt-BR" sz="3200" dirty="0"/>
              <a:t>Segurança dos dados</a:t>
            </a:r>
          </a:p>
          <a:p>
            <a:endParaRPr lang="pt-BR" sz="3200" dirty="0"/>
          </a:p>
          <a:p>
            <a:r>
              <a:rPr lang="pt-BR" sz="3200" dirty="0"/>
              <a:t>Facilidade de uso</a:t>
            </a:r>
          </a:p>
          <a:p>
            <a:endParaRPr lang="pt-BR" sz="3200" dirty="0"/>
          </a:p>
          <a:p>
            <a:r>
              <a:rPr lang="pt-BR" sz="3200" dirty="0"/>
              <a:t>Bom desempenho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2463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6F5A5-9834-EFAF-B959-3D99FB18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A2DA51BC-4A8F-9940-5645-CC2F9699897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32593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Análise dos Requisitos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6D0FF9-78FD-AC17-4E3C-CD5A8CCBA553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Validação com entrevistas</a:t>
            </a:r>
          </a:p>
          <a:p>
            <a:endParaRPr lang="pt-BR" sz="3200" dirty="0"/>
          </a:p>
          <a:p>
            <a:r>
              <a:rPr lang="pt-BR" sz="3200" dirty="0"/>
              <a:t>Priorização das funcionalidades</a:t>
            </a:r>
          </a:p>
          <a:p>
            <a:endParaRPr lang="pt-BR" sz="3200" dirty="0"/>
          </a:p>
          <a:p>
            <a:r>
              <a:rPr lang="pt-BR" sz="3200" dirty="0"/>
              <a:t>Identificação de melhorias</a:t>
            </a:r>
          </a:p>
          <a:p>
            <a:endParaRPr lang="pt-BR" sz="3200" dirty="0"/>
          </a:p>
          <a:p>
            <a:r>
              <a:rPr lang="pt-BR" sz="3200" dirty="0"/>
              <a:t>Ajustes conforme usuários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4700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DD0B4-1A60-2935-2B2A-1D39188C3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1881D480-DCB3-DAA8-5C33-C413FBDC067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685976" y="484312"/>
            <a:ext cx="10225136" cy="151216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pt-BR" dirty="0"/>
              <a:t>Diagrama</a:t>
            </a:r>
            <a:r>
              <a:rPr lang="pt-BR" b="0" dirty="0"/>
              <a:t> </a:t>
            </a:r>
            <a:r>
              <a:rPr lang="pt-BR" dirty="0"/>
              <a:t>de Caso de Uso</a:t>
            </a:r>
            <a:endParaRPr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E2A6CB-3EF7-9D3C-2B1C-7436FE5AB12B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Validação com entrevistas</a:t>
            </a:r>
          </a:p>
          <a:p>
            <a:endParaRPr lang="pt-BR" sz="3200" dirty="0"/>
          </a:p>
          <a:p>
            <a:r>
              <a:rPr lang="pt-BR" sz="3200" dirty="0"/>
              <a:t>Priorização das funcionalidades</a:t>
            </a:r>
          </a:p>
          <a:p>
            <a:endParaRPr lang="pt-BR" sz="3200" dirty="0"/>
          </a:p>
          <a:p>
            <a:r>
              <a:rPr lang="pt-BR" sz="3200" dirty="0"/>
              <a:t>Identificação de melhorias</a:t>
            </a:r>
          </a:p>
          <a:p>
            <a:endParaRPr lang="pt-BR" sz="3200" dirty="0"/>
          </a:p>
          <a:p>
            <a:r>
              <a:rPr lang="pt-BR" sz="3200" dirty="0"/>
              <a:t>Ajustes conforme usuários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98247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6796C-1E07-27B0-D18B-9F6860E27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ítulo da Apresentação">
            <a:extLst>
              <a:ext uri="{FF2B5EF4-FFF2-40B4-BE49-F238E27FC236}">
                <a16:creationId xmlns:a16="http://schemas.microsoft.com/office/drawing/2014/main" id="{0DC8584D-D619-3EC9-0859-D09519B2F8A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541960" y="340296"/>
            <a:ext cx="9793088" cy="151216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fontAlgn="base"/>
            <a:r>
              <a:rPr lang="pt-BR" dirty="0"/>
              <a:t>Visão de Interação do usuário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A2FB01-959F-D81E-883A-2553FB121249}"/>
              </a:ext>
            </a:extLst>
          </p:cNvPr>
          <p:cNvSpPr txBox="1"/>
          <p:nvPr/>
        </p:nvSpPr>
        <p:spPr>
          <a:xfrm>
            <a:off x="0" y="2860863"/>
            <a:ext cx="13004800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3200" dirty="0"/>
              <a:t>Validação com entrevistas</a:t>
            </a:r>
          </a:p>
          <a:p>
            <a:endParaRPr lang="pt-BR" sz="3200" dirty="0"/>
          </a:p>
          <a:p>
            <a:r>
              <a:rPr lang="pt-BR" sz="3200" dirty="0"/>
              <a:t>Priorização das funcionalidades</a:t>
            </a:r>
          </a:p>
          <a:p>
            <a:endParaRPr lang="pt-BR" sz="3200" dirty="0"/>
          </a:p>
          <a:p>
            <a:r>
              <a:rPr lang="pt-BR" sz="3200" dirty="0"/>
              <a:t>Identificação de melhorias</a:t>
            </a:r>
          </a:p>
          <a:p>
            <a:endParaRPr lang="pt-BR" sz="3200" dirty="0"/>
          </a:p>
          <a:p>
            <a:r>
              <a:rPr lang="pt-BR" sz="3200" dirty="0"/>
              <a:t>Ajustes conforme usuários</a:t>
            </a:r>
          </a:p>
          <a:p>
            <a:endParaRPr lang="pt-BR" sz="32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5045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73393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122</Words>
  <Application>Microsoft Office PowerPoint</Application>
  <PresentationFormat>Custom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Helvetica Neue</vt:lpstr>
      <vt:lpstr>Helvetica Neue Medium</vt:lpstr>
      <vt:lpstr>21_BasicWhite</vt:lpstr>
      <vt:lpstr>Curso: Sistemas de Informação Disciplina:   Atividades de Extensão IV Unidade/assunto: Projeto de Integração Disciplinar </vt:lpstr>
      <vt:lpstr>PetLink</vt:lpstr>
      <vt:lpstr>Sobre</vt:lpstr>
      <vt:lpstr>Requisitos Funcionais</vt:lpstr>
      <vt:lpstr>Requisitos Não Funcionais</vt:lpstr>
      <vt:lpstr>Análise dos Requisitos</vt:lpstr>
      <vt:lpstr>Diagrama de Caso de Uso</vt:lpstr>
      <vt:lpstr>Visão de Interação do usuário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Rodrigo Ribeiro</dc:creator>
  <cp:lastModifiedBy>Danilo Ribeiro</cp:lastModifiedBy>
  <cp:revision>136</cp:revision>
  <dcterms:modified xsi:type="dcterms:W3CDTF">2026-05-07T22:33:36Z</dcterms:modified>
</cp:coreProperties>
</file>