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4" r:id="rId9"/>
    <p:sldId id="263" r:id="rId10"/>
  </p:sldIdLst>
  <p:sldSz cx="24384000" cy="13716000"/>
  <p:notesSz cx="6858000" cy="9144000"/>
  <p:embeddedFontLst>
    <p:embeddedFont>
      <p:font typeface="Helvetica Neue" panose="020B0604020202020204" charset="0"/>
      <p:regular r:id="rId12"/>
      <p:bold r:id="rId13"/>
      <p:italic r:id="rId14"/>
      <p:boldItalic r:id="rId15"/>
    </p:embeddedFont>
    <p:embeddedFont>
      <p:font typeface="Helvetica Neue Light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gZ84KggsQfQCuyVjL79bhoOGuy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7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>
          <a:extLst>
            <a:ext uri="{FF2B5EF4-FFF2-40B4-BE49-F238E27FC236}">
              <a16:creationId xmlns:a16="http://schemas.microsoft.com/office/drawing/2014/main" id="{D56507C2-1D8D-8053-52B5-59523934C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>
            <a:extLst>
              <a:ext uri="{FF2B5EF4-FFF2-40B4-BE49-F238E27FC236}">
                <a16:creationId xmlns:a16="http://schemas.microsoft.com/office/drawing/2014/main" id="{370E3B96-4974-3627-7DA9-6DF7B68194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>
            <a:extLst>
              <a:ext uri="{FF2B5EF4-FFF2-40B4-BE49-F238E27FC236}">
                <a16:creationId xmlns:a16="http://schemas.microsoft.com/office/drawing/2014/main" id="{2AF6A619-9B19-DFBF-8D0C-EF27A04950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2180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>
          <a:extLst>
            <a:ext uri="{FF2B5EF4-FFF2-40B4-BE49-F238E27FC236}">
              <a16:creationId xmlns:a16="http://schemas.microsoft.com/office/drawing/2014/main" id="{29F7FC92-6E3B-F7DE-0A22-0A75261BF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>
            <a:extLst>
              <a:ext uri="{FF2B5EF4-FFF2-40B4-BE49-F238E27FC236}">
                <a16:creationId xmlns:a16="http://schemas.microsoft.com/office/drawing/2014/main" id="{F4981CF3-484F-C5FA-2CE6-C253F365D8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>
            <a:extLst>
              <a:ext uri="{FF2B5EF4-FFF2-40B4-BE49-F238E27FC236}">
                <a16:creationId xmlns:a16="http://schemas.microsoft.com/office/drawing/2014/main" id="{0E41DCF6-80D6-60E9-B88D-AB7F69F9A2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7821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>
          <a:extLst>
            <a:ext uri="{FF2B5EF4-FFF2-40B4-BE49-F238E27FC236}">
              <a16:creationId xmlns:a16="http://schemas.microsoft.com/office/drawing/2014/main" id="{3C42B927-DEA4-D574-0278-18B60A751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>
            <a:extLst>
              <a:ext uri="{FF2B5EF4-FFF2-40B4-BE49-F238E27FC236}">
                <a16:creationId xmlns:a16="http://schemas.microsoft.com/office/drawing/2014/main" id="{DBFE89BC-AEBC-07F8-D86A-36ABC7A8A0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>
            <a:extLst>
              <a:ext uri="{FF2B5EF4-FFF2-40B4-BE49-F238E27FC236}">
                <a16:creationId xmlns:a16="http://schemas.microsoft.com/office/drawing/2014/main" id="{7EA124CE-C27F-09B9-2B7F-EDE4B35442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0748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>
          <a:extLst>
            <a:ext uri="{FF2B5EF4-FFF2-40B4-BE49-F238E27FC236}">
              <a16:creationId xmlns:a16="http://schemas.microsoft.com/office/drawing/2014/main" id="{4CF059B6-E967-4691-F9C7-B8EA4929D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>
            <a:extLst>
              <a:ext uri="{FF2B5EF4-FFF2-40B4-BE49-F238E27FC236}">
                <a16:creationId xmlns:a16="http://schemas.microsoft.com/office/drawing/2014/main" id="{644773D2-3832-018D-C3D4-4B2D67E0A4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>
            <a:extLst>
              <a:ext uri="{FF2B5EF4-FFF2-40B4-BE49-F238E27FC236}">
                <a16:creationId xmlns:a16="http://schemas.microsoft.com/office/drawing/2014/main" id="{147DD869-EE09-0431-030A-82B0B78363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04010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>
          <a:extLst>
            <a:ext uri="{FF2B5EF4-FFF2-40B4-BE49-F238E27FC236}">
              <a16:creationId xmlns:a16="http://schemas.microsoft.com/office/drawing/2014/main" id="{D49E7B31-5EFA-1EBF-8A32-F6EE59E95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>
            <a:extLst>
              <a:ext uri="{FF2B5EF4-FFF2-40B4-BE49-F238E27FC236}">
                <a16:creationId xmlns:a16="http://schemas.microsoft.com/office/drawing/2014/main" id="{DC3AE3C4-462D-C16E-C6C4-600623565C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>
            <a:extLst>
              <a:ext uri="{FF2B5EF4-FFF2-40B4-BE49-F238E27FC236}">
                <a16:creationId xmlns:a16="http://schemas.microsoft.com/office/drawing/2014/main" id="{AE256A58-242F-87DE-0296-4E297F61BF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4168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>
          <a:extLst>
            <a:ext uri="{FF2B5EF4-FFF2-40B4-BE49-F238E27FC236}">
              <a16:creationId xmlns:a16="http://schemas.microsoft.com/office/drawing/2014/main" id="{6937E89F-2493-B26E-FF2F-D796C1ADB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>
            <a:extLst>
              <a:ext uri="{FF2B5EF4-FFF2-40B4-BE49-F238E27FC236}">
                <a16:creationId xmlns:a16="http://schemas.microsoft.com/office/drawing/2014/main" id="{9E7431BD-142B-087D-CDB0-540435EEB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>
            <a:extLst>
              <a:ext uri="{FF2B5EF4-FFF2-40B4-BE49-F238E27FC236}">
                <a16:creationId xmlns:a16="http://schemas.microsoft.com/office/drawing/2014/main" id="{CBD6112B-793C-FEF1-AD0B-BB4A967AD6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4692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">
  <p:cSld name="Título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5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7" name="Google Shape;7;p3" descr="FAI_Faitec_2026_Imagem_PowerPoint conteudo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 descr="FAI_Faitec_2026_Imagem_PowerPoint capa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 txBox="1">
            <a:spLocks noGrp="1"/>
          </p:cNvSpPr>
          <p:nvPr>
            <p:ph type="subTitle" idx="1"/>
          </p:nvPr>
        </p:nvSpPr>
        <p:spPr>
          <a:xfrm>
            <a:off x="3966694" y="8293993"/>
            <a:ext cx="4230303" cy="328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5"/>
            </a:pPr>
            <a:br>
              <a:rPr lang="pt-BR" sz="43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pt-BR" sz="43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43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Bruno Neves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5"/>
            </a:pPr>
            <a:r>
              <a:rPr lang="pt-BR" sz="4300" dirty="0">
                <a:latin typeface="Helvetica Neue"/>
                <a:sym typeface="Helvetica Neue"/>
              </a:rPr>
              <a:t>Danilo Ribeiro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5"/>
            </a:pPr>
            <a:r>
              <a:rPr lang="pt-BR" sz="4300" dirty="0">
                <a:latin typeface="Helvetica Neue"/>
                <a:sym typeface="Helvetica Neue"/>
              </a:rPr>
              <a:t>Rodrigo Ribeiro</a:t>
            </a: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CC0AE0A-83DE-39DA-95F8-40ECD216D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3184" y="7871137"/>
            <a:ext cx="5653825" cy="5653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2" descr="FAI_Faitec_2026_Imagem_PowerPoint conteud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"/>
          <p:cNvSpPr txBox="1"/>
          <p:nvPr/>
        </p:nvSpPr>
        <p:spPr>
          <a:xfrm>
            <a:off x="1188965" y="2258225"/>
            <a:ext cx="18549281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3600" b="1" dirty="0">
                <a:latin typeface="Helvetica Neue"/>
                <a:ea typeface="Helvetica Neue"/>
                <a:cs typeface="Helvetica Neue"/>
                <a:sym typeface="Helvetica Neue"/>
              </a:rPr>
              <a:t>OBJETIVO</a:t>
            </a:r>
            <a:endParaRPr sz="36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Google Shape;23;p2">
            <a:extLst>
              <a:ext uri="{FF2B5EF4-FFF2-40B4-BE49-F238E27FC236}">
                <a16:creationId xmlns:a16="http://schemas.microsoft.com/office/drawing/2014/main" id="{C1A5C4B8-3941-57EE-98E1-21F1A90D12C5}"/>
              </a:ext>
            </a:extLst>
          </p:cNvPr>
          <p:cNvSpPr txBox="1"/>
          <p:nvPr/>
        </p:nvSpPr>
        <p:spPr>
          <a:xfrm>
            <a:off x="1188965" y="2914815"/>
            <a:ext cx="8974612" cy="508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r>
              <a:rPr lang="pt-BR" sz="3600" dirty="0"/>
              <a:t>Incentivar a Vacinação de animais</a:t>
            </a:r>
          </a:p>
          <a:p>
            <a:endParaRPr lang="pt-BR" sz="3600" dirty="0"/>
          </a:p>
          <a:p>
            <a:r>
              <a:rPr lang="pt-BR" sz="3600" dirty="0"/>
              <a:t>Organizar a Saúde do Pet</a:t>
            </a:r>
          </a:p>
          <a:p>
            <a:endParaRPr lang="pt-BR" sz="3600" dirty="0"/>
          </a:p>
          <a:p>
            <a:r>
              <a:rPr lang="pt-BR" sz="3600" dirty="0"/>
              <a:t>Doação e Adoção Responsável </a:t>
            </a:r>
          </a:p>
          <a:p>
            <a:endParaRPr lang="pt-BR" sz="3600" dirty="0"/>
          </a:p>
          <a:p>
            <a:r>
              <a:rPr lang="pt-BR" sz="3600" dirty="0"/>
              <a:t>Facilitar a Vida do Tutor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endParaRPr lang="en-US" sz="3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endParaRPr sz="360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0A90273-3D57-2E8E-0513-D73B81654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6749" y="3110557"/>
            <a:ext cx="6439437" cy="80189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>
          <a:extLst>
            <a:ext uri="{FF2B5EF4-FFF2-40B4-BE49-F238E27FC236}">
              <a16:creationId xmlns:a16="http://schemas.microsoft.com/office/drawing/2014/main" id="{CB2A0A81-C33C-AC3F-AEE3-B99EDE40C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2" descr="FAI_Faitec_2026_Imagem_PowerPoint conteudo.jpg">
            <a:extLst>
              <a:ext uri="{FF2B5EF4-FFF2-40B4-BE49-F238E27FC236}">
                <a16:creationId xmlns:a16="http://schemas.microsoft.com/office/drawing/2014/main" id="{53F114DC-2A43-6355-80E8-52921E284C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">
            <a:extLst>
              <a:ext uri="{FF2B5EF4-FFF2-40B4-BE49-F238E27FC236}">
                <a16:creationId xmlns:a16="http://schemas.microsoft.com/office/drawing/2014/main" id="{694E6F0E-B5FE-5984-B6EF-3B22F1994B4C}"/>
              </a:ext>
            </a:extLst>
          </p:cNvPr>
          <p:cNvSpPr txBox="1"/>
          <p:nvPr/>
        </p:nvSpPr>
        <p:spPr>
          <a:xfrm>
            <a:off x="990508" y="2147311"/>
            <a:ext cx="18549281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US" sz="3600" b="1" dirty="0">
                <a:latin typeface="Helvetica Neue"/>
                <a:ea typeface="Helvetica Neue"/>
                <a:cs typeface="Helvetica Neue"/>
                <a:sym typeface="Helvetica Neue"/>
              </a:rPr>
              <a:t>UNCIONALIADES</a:t>
            </a:r>
            <a:endParaRPr sz="36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Google Shape;23;p2">
            <a:extLst>
              <a:ext uri="{FF2B5EF4-FFF2-40B4-BE49-F238E27FC236}">
                <a16:creationId xmlns:a16="http://schemas.microsoft.com/office/drawing/2014/main" id="{AB8657A4-2075-C5B5-4C05-BCD16E47D2CC}"/>
              </a:ext>
            </a:extLst>
          </p:cNvPr>
          <p:cNvSpPr txBox="1"/>
          <p:nvPr/>
        </p:nvSpPr>
        <p:spPr>
          <a:xfrm>
            <a:off x="990508" y="3752654"/>
            <a:ext cx="8974612" cy="564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r>
              <a:rPr lang="pt-BR" sz="3600" dirty="0"/>
              <a:t>Vacinação – Cartão de Vacinação</a:t>
            </a:r>
          </a:p>
          <a:p>
            <a:endParaRPr lang="pt-BR" sz="3600" dirty="0"/>
          </a:p>
          <a:p>
            <a:r>
              <a:rPr lang="pt-BR" sz="3600" dirty="0"/>
              <a:t>Doação / Adoção</a:t>
            </a:r>
          </a:p>
          <a:p>
            <a:endParaRPr lang="pt-BR" sz="3600" dirty="0"/>
          </a:p>
          <a:p>
            <a:r>
              <a:rPr lang="pt-BR" sz="3600" dirty="0"/>
              <a:t>Campanhas de Adoção</a:t>
            </a:r>
          </a:p>
          <a:p>
            <a:endParaRPr lang="pt-BR" sz="3600" dirty="0"/>
          </a:p>
          <a:p>
            <a:r>
              <a:rPr lang="pt-BR" sz="3600" dirty="0"/>
              <a:t>Campanhas de Vacinação</a:t>
            </a:r>
          </a:p>
          <a:p>
            <a:endParaRPr lang="pt-BR" sz="3600" dirty="0"/>
          </a:p>
          <a:p>
            <a:r>
              <a:rPr lang="pt-BR" sz="3600" dirty="0"/>
              <a:t>Animais perdidos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endParaRPr sz="360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74074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>
          <a:extLst>
            <a:ext uri="{FF2B5EF4-FFF2-40B4-BE49-F238E27FC236}">
              <a16:creationId xmlns:a16="http://schemas.microsoft.com/office/drawing/2014/main" id="{0A475484-3E38-981B-561F-821480831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2" descr="FAI_Faitec_2026_Imagem_PowerPoint conteudo.jpg">
            <a:extLst>
              <a:ext uri="{FF2B5EF4-FFF2-40B4-BE49-F238E27FC236}">
                <a16:creationId xmlns:a16="http://schemas.microsoft.com/office/drawing/2014/main" id="{5C300ABC-8EC4-634A-50A6-733EFCEDFA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">
            <a:extLst>
              <a:ext uri="{FF2B5EF4-FFF2-40B4-BE49-F238E27FC236}">
                <a16:creationId xmlns:a16="http://schemas.microsoft.com/office/drawing/2014/main" id="{38D6E310-719B-9385-01B0-48B67CB34539}"/>
              </a:ext>
            </a:extLst>
          </p:cNvPr>
          <p:cNvSpPr txBox="1"/>
          <p:nvPr/>
        </p:nvSpPr>
        <p:spPr>
          <a:xfrm>
            <a:off x="1137449" y="2198826"/>
            <a:ext cx="18549281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DIAGRAMAS DE CLASSES</a:t>
            </a:r>
            <a:endParaRPr sz="36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BD10143-1CCE-BC08-C07B-FF5490FE6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1532" y="2760090"/>
            <a:ext cx="16034991" cy="1002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491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>
          <a:extLst>
            <a:ext uri="{FF2B5EF4-FFF2-40B4-BE49-F238E27FC236}">
              <a16:creationId xmlns:a16="http://schemas.microsoft.com/office/drawing/2014/main" id="{33435AA7-AFE3-74FF-AF1D-DB9DD548B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2" descr="FAI_Faitec_2026_Imagem_PowerPoint conteudo.jpg">
            <a:extLst>
              <a:ext uri="{FF2B5EF4-FFF2-40B4-BE49-F238E27FC236}">
                <a16:creationId xmlns:a16="http://schemas.microsoft.com/office/drawing/2014/main" id="{89CD5589-89D2-86DB-4E96-B33C9B580E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">
            <a:extLst>
              <a:ext uri="{FF2B5EF4-FFF2-40B4-BE49-F238E27FC236}">
                <a16:creationId xmlns:a16="http://schemas.microsoft.com/office/drawing/2014/main" id="{EECEA3E0-92BF-632B-711A-A6D6D9C95676}"/>
              </a:ext>
            </a:extLst>
          </p:cNvPr>
          <p:cNvSpPr txBox="1"/>
          <p:nvPr/>
        </p:nvSpPr>
        <p:spPr>
          <a:xfrm>
            <a:off x="1137449" y="2198826"/>
            <a:ext cx="18549281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3600" b="1" dirty="0">
                <a:latin typeface="Helvetica Neue"/>
                <a:ea typeface="Helvetica Neue"/>
                <a:cs typeface="Helvetica Neue"/>
                <a:sym typeface="Helvetica Neue"/>
              </a:rPr>
              <a:t>DIAGRAMAS DE PACOTES</a:t>
            </a:r>
            <a:endParaRPr sz="36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0FCBCE5-5482-E38F-7252-9F1991EF8A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3662" y="2828588"/>
            <a:ext cx="14615222" cy="9904225"/>
          </a:xfrm>
          <a:prstGeom prst="rect">
            <a:avLst/>
          </a:prstGeom>
        </p:spPr>
      </p:pic>
      <p:sp>
        <p:nvSpPr>
          <p:cNvPr id="6" name="Google Shape;23;p2">
            <a:extLst>
              <a:ext uri="{FF2B5EF4-FFF2-40B4-BE49-F238E27FC236}">
                <a16:creationId xmlns:a16="http://schemas.microsoft.com/office/drawing/2014/main" id="{03D49CCB-D572-B56C-2B43-2328B713FEF0}"/>
              </a:ext>
            </a:extLst>
          </p:cNvPr>
          <p:cNvSpPr txBox="1"/>
          <p:nvPr/>
        </p:nvSpPr>
        <p:spPr>
          <a:xfrm>
            <a:off x="1137449" y="2855416"/>
            <a:ext cx="18549281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3600" b="1" dirty="0">
                <a:latin typeface="Helvetica Neue"/>
                <a:ea typeface="Helvetica Neue"/>
                <a:cs typeface="Helvetica Neue"/>
                <a:sym typeface="Helvetica Neue"/>
              </a:rPr>
              <a:t>BACKEND</a:t>
            </a:r>
            <a:endParaRPr sz="36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423101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>
          <a:extLst>
            <a:ext uri="{FF2B5EF4-FFF2-40B4-BE49-F238E27FC236}">
              <a16:creationId xmlns:a16="http://schemas.microsoft.com/office/drawing/2014/main" id="{87AA1A8E-5C98-6E2F-1352-A3B232B4C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2" descr="FAI_Faitec_2026_Imagem_PowerPoint conteudo.jpg">
            <a:extLst>
              <a:ext uri="{FF2B5EF4-FFF2-40B4-BE49-F238E27FC236}">
                <a16:creationId xmlns:a16="http://schemas.microsoft.com/office/drawing/2014/main" id="{32CEFE58-E0DC-64E8-20E8-35F21A02DD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">
            <a:extLst>
              <a:ext uri="{FF2B5EF4-FFF2-40B4-BE49-F238E27FC236}">
                <a16:creationId xmlns:a16="http://schemas.microsoft.com/office/drawing/2014/main" id="{2B1E2D43-6053-F2BC-A60E-96A772B2E072}"/>
              </a:ext>
            </a:extLst>
          </p:cNvPr>
          <p:cNvSpPr txBox="1"/>
          <p:nvPr/>
        </p:nvSpPr>
        <p:spPr>
          <a:xfrm>
            <a:off x="1137449" y="2198826"/>
            <a:ext cx="18549281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3600" b="1" dirty="0">
                <a:latin typeface="Helvetica Neue"/>
                <a:ea typeface="Helvetica Neue"/>
                <a:cs typeface="Helvetica Neue"/>
                <a:sym typeface="Helvetica Neue"/>
              </a:rPr>
              <a:t>DIAGRAMAS DE PACOTES</a:t>
            </a:r>
            <a:endParaRPr sz="36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Google Shape;23;p2">
            <a:extLst>
              <a:ext uri="{FF2B5EF4-FFF2-40B4-BE49-F238E27FC236}">
                <a16:creationId xmlns:a16="http://schemas.microsoft.com/office/drawing/2014/main" id="{A7A57E72-F5C6-A10B-3B88-2E740E4358C3}"/>
              </a:ext>
            </a:extLst>
          </p:cNvPr>
          <p:cNvSpPr txBox="1"/>
          <p:nvPr/>
        </p:nvSpPr>
        <p:spPr>
          <a:xfrm>
            <a:off x="1137449" y="2855416"/>
            <a:ext cx="18549281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3600" b="1" dirty="0">
                <a:latin typeface="Helvetica Neue"/>
                <a:ea typeface="Helvetica Neue"/>
                <a:cs typeface="Helvetica Neue"/>
                <a:sym typeface="Helvetica Neue"/>
              </a:rPr>
              <a:t>FRONTEND</a:t>
            </a:r>
            <a:endParaRPr sz="36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6476784-A445-F5D1-C4CC-960010B49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3662" y="2855416"/>
            <a:ext cx="14683665" cy="983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633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>
          <a:extLst>
            <a:ext uri="{FF2B5EF4-FFF2-40B4-BE49-F238E27FC236}">
              <a16:creationId xmlns:a16="http://schemas.microsoft.com/office/drawing/2014/main" id="{AF9E6EF9-3D87-8335-8827-1D921010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2" descr="FAI_Faitec_2026_Imagem_PowerPoint conteudo.jpg">
            <a:extLst>
              <a:ext uri="{FF2B5EF4-FFF2-40B4-BE49-F238E27FC236}">
                <a16:creationId xmlns:a16="http://schemas.microsoft.com/office/drawing/2014/main" id="{DECA7B8C-E292-9180-3B4D-8AB34026C4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">
            <a:extLst>
              <a:ext uri="{FF2B5EF4-FFF2-40B4-BE49-F238E27FC236}">
                <a16:creationId xmlns:a16="http://schemas.microsoft.com/office/drawing/2014/main" id="{F6E07790-E0BB-9304-7586-E01A42CDE1B2}"/>
              </a:ext>
            </a:extLst>
          </p:cNvPr>
          <p:cNvSpPr txBox="1"/>
          <p:nvPr/>
        </p:nvSpPr>
        <p:spPr>
          <a:xfrm>
            <a:off x="1137449" y="2198826"/>
            <a:ext cx="18549281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3600" b="1" dirty="0">
                <a:latin typeface="Helvetica Neue"/>
                <a:ea typeface="Helvetica Neue"/>
                <a:cs typeface="Helvetica Neue"/>
                <a:sym typeface="Helvetica Neue"/>
              </a:rPr>
              <a:t>MODELO DE DADOS</a:t>
            </a:r>
            <a:endParaRPr sz="36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2DDFEB2-DCCB-5F44-FB01-CFD62DB00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705" y="3763049"/>
            <a:ext cx="3941534" cy="693545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167EB55-2D5B-3EB7-544A-4BF71C4AA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4342" y="3763048"/>
            <a:ext cx="3759737" cy="630237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1A12A8F-5EB7-198B-99B0-DD79F37925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2850" y="3735905"/>
            <a:ext cx="3812652" cy="542818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7996EC9-028A-D6BD-048F-774677EDBA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74273" y="3763048"/>
            <a:ext cx="3798445" cy="542818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EB4601D-D3B9-E2B8-0651-CABBA621C5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25696" y="3763048"/>
            <a:ext cx="3570946" cy="495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051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>
          <a:extLst>
            <a:ext uri="{FF2B5EF4-FFF2-40B4-BE49-F238E27FC236}">
              <a16:creationId xmlns:a16="http://schemas.microsoft.com/office/drawing/2014/main" id="{C77585D2-6E87-DC57-F4C2-7D246C04A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2" descr="FAI_Faitec_2026_Imagem_PowerPoint conteudo.jpg">
            <a:extLst>
              <a:ext uri="{FF2B5EF4-FFF2-40B4-BE49-F238E27FC236}">
                <a16:creationId xmlns:a16="http://schemas.microsoft.com/office/drawing/2014/main" id="{AAD86807-3C1D-B24B-6A28-0FEFF733AE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">
            <a:extLst>
              <a:ext uri="{FF2B5EF4-FFF2-40B4-BE49-F238E27FC236}">
                <a16:creationId xmlns:a16="http://schemas.microsoft.com/office/drawing/2014/main" id="{C4FD3CAF-4CE2-1EA4-3929-278D4B489E72}"/>
              </a:ext>
            </a:extLst>
          </p:cNvPr>
          <p:cNvSpPr txBox="1"/>
          <p:nvPr/>
        </p:nvSpPr>
        <p:spPr>
          <a:xfrm>
            <a:off x="1021539" y="2198826"/>
            <a:ext cx="18549281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3600" b="1" dirty="0">
                <a:latin typeface="Helvetica Neue"/>
                <a:ea typeface="Helvetica Neue"/>
                <a:cs typeface="Helvetica Neue"/>
                <a:sym typeface="Helvetica Neue"/>
              </a:rPr>
              <a:t>DIAGRAMA DE SEQUENCIA</a:t>
            </a:r>
            <a:endParaRPr sz="36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DBD3C54-DF1D-EE4E-EB5B-858ACF26B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169" y="2291554"/>
            <a:ext cx="11518630" cy="9952542"/>
          </a:xfrm>
          <a:prstGeom prst="rect">
            <a:avLst/>
          </a:prstGeom>
        </p:spPr>
      </p:pic>
      <p:sp>
        <p:nvSpPr>
          <p:cNvPr id="7" name="Google Shape;23;p2">
            <a:extLst>
              <a:ext uri="{FF2B5EF4-FFF2-40B4-BE49-F238E27FC236}">
                <a16:creationId xmlns:a16="http://schemas.microsoft.com/office/drawing/2014/main" id="{55C10AB8-7F9E-DD8F-E1A9-261718EC3DE3}"/>
              </a:ext>
            </a:extLst>
          </p:cNvPr>
          <p:cNvSpPr txBox="1"/>
          <p:nvPr/>
        </p:nvSpPr>
        <p:spPr>
          <a:xfrm>
            <a:off x="1021539" y="2855416"/>
            <a:ext cx="18549281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LOGIN</a:t>
            </a:r>
            <a:endParaRPr sz="36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421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748D8037-3DF2-B925-1821-81ED80FE9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053" y="4237484"/>
            <a:ext cx="6669508" cy="549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220835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63</Words>
  <Application>Microsoft Office PowerPoint</Application>
  <PresentationFormat>Personalizar</PresentationFormat>
  <Paragraphs>29</Paragraphs>
  <Slides>9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Helvetica Neue</vt:lpstr>
      <vt:lpstr>Helvetica Neue Light</vt:lpstr>
      <vt:lpstr>White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Danilo Ribeiro</cp:lastModifiedBy>
  <cp:revision>8</cp:revision>
  <dcterms:modified xsi:type="dcterms:W3CDTF">2026-09-18T21:17:45Z</dcterms:modified>
</cp:coreProperties>
</file>