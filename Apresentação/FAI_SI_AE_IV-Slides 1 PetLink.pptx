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75" r:id="rId3"/>
    <p:sldId id="287" r:id="rId4"/>
    <p:sldId id="288" r:id="rId5"/>
    <p:sldId id="293" r:id="rId6"/>
    <p:sldId id="292" r:id="rId7"/>
    <p:sldId id="291" r:id="rId8"/>
    <p:sldId id="290" r:id="rId9"/>
    <p:sldId id="289" r:id="rId10"/>
    <p:sldId id="296" r:id="rId11"/>
    <p:sldId id="295" r:id="rId12"/>
    <p:sldId id="294" r:id="rId1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426" y="78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3244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m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Título da Apresentação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Título da Apresentação</a:t>
            </a:r>
          </a:p>
        </p:txBody>
      </p:sp>
      <p:sp>
        <p:nvSpPr>
          <p:cNvPr id="23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Subtítulo da Apresentação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or(a) e Data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Autor(a) e Data</a:t>
            </a:r>
          </a:p>
        </p:txBody>
      </p:sp>
      <p:sp>
        <p:nvSpPr>
          <p:cNvPr id="2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Foto Altern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Subtítulo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Título do Slide</a:t>
            </a:r>
          </a:p>
        </p:txBody>
      </p:sp>
      <p:sp>
        <p:nvSpPr>
          <p:cNvPr id="3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44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4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62" name="Subtítulo do Slid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63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ítulo da Seção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da Seção</a:t>
            </a:r>
          </a:p>
        </p:txBody>
      </p:sp>
      <p:sp>
        <p:nvSpPr>
          <p:cNvPr id="7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80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8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ítulo da Agenda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Título da Agenda</a:t>
            </a:r>
          </a:p>
        </p:txBody>
      </p:sp>
      <p:sp>
        <p:nvSpPr>
          <p:cNvPr id="89" name="Subtítulo de Agend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de Agenda</a:t>
            </a:r>
          </a:p>
        </p:txBody>
      </p:sp>
      <p:sp>
        <p:nvSpPr>
          <p:cNvPr id="90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Tópicos da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ato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Informações do fat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Informações do fato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“Citação Notável”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Atribuiçã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Atribuição</a:t>
            </a:r>
          </a:p>
        </p:txBody>
      </p:sp>
      <p:sp>
        <p:nvSpPr>
          <p:cNvPr id="11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m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m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m"/>
          <p:cNvSpPr>
            <a:spLocks noGrp="1"/>
          </p:cNvSpPr>
          <p:nvPr>
            <p:ph type="pic" idx="23"/>
          </p:nvPr>
        </p:nvSpPr>
        <p:spPr>
          <a:xfrm>
            <a:off x="4984750" y="2749550"/>
            <a:ext cx="7937500" cy="9238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ítulo do Slide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Título do Slide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1101800" y="6749008"/>
            <a:ext cx="11809312" cy="199922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defRPr sz="6000" spc="-119">
                <a:solidFill>
                  <a:srgbClr val="FFFFFF"/>
                </a:solidFill>
              </a:defRPr>
            </a:pPr>
            <a:r>
              <a:rPr lang="pt-BR" sz="3600" dirty="0">
                <a:solidFill>
                  <a:srgbClr val="FFFF00"/>
                </a:solidFill>
              </a:rPr>
              <a:t>Curso: Sistemas de Informação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Disciplina:   Atividades de Extensão IV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Unidade/assunto: Projeto de Integração Disciplinar</a:t>
            </a:r>
            <a:br>
              <a:rPr lang="pt-BR" sz="2800" dirty="0">
                <a:solidFill>
                  <a:srgbClr val="FFFF00"/>
                </a:solidFill>
              </a:rPr>
            </a:br>
            <a:endParaRPr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697871" y="4409616"/>
            <a:ext cx="11609057" cy="9343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/>
              <a:t>P</a:t>
            </a:r>
            <a:r>
              <a:rPr lang="pt-BR" dirty="0" err="1"/>
              <a:t>etLink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89691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Planejamento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D74B89-9BA1-4918-2FC7-B6321C2D2BAA}"/>
              </a:ext>
            </a:extLst>
          </p:cNvPr>
          <p:cNvSpPr txBox="1"/>
          <p:nvPr/>
        </p:nvSpPr>
        <p:spPr>
          <a:xfrm>
            <a:off x="0" y="2855735"/>
            <a:ext cx="13004799" cy="40421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pt-BR" sz="3200" dirty="0"/>
              <a:t>Organização das etapas do projeto</a:t>
            </a:r>
          </a:p>
          <a:p>
            <a:endParaRPr lang="pt-BR" sz="3200" dirty="0"/>
          </a:p>
          <a:p>
            <a:r>
              <a:rPr lang="pt-BR" sz="3200" dirty="0"/>
              <a:t>Definição dos recursos necessários</a:t>
            </a:r>
          </a:p>
          <a:p>
            <a:endParaRPr lang="pt-BR" sz="3200" dirty="0"/>
          </a:p>
          <a:p>
            <a:r>
              <a:rPr lang="pt-BR" sz="3200" dirty="0"/>
              <a:t>Estrutura para desenvolvimento do sistema</a:t>
            </a:r>
          </a:p>
          <a:p>
            <a:endParaRPr lang="pt-BR" sz="3200" dirty="0"/>
          </a:p>
          <a:p>
            <a:r>
              <a:rPr lang="pt-BR" sz="3200" dirty="0"/>
              <a:t>Base para execução e acompanhamento</a:t>
            </a:r>
          </a:p>
          <a:p>
            <a:pPr marL="0" marR="0" indent="0" algn="ctr" defTabSz="173393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273804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Recursos Humanos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FAEBB1-1827-6C45-7EFF-57BF9CEB89CB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Equipe de desenvolvimento (alunos)</a:t>
            </a:r>
          </a:p>
          <a:p>
            <a:endParaRPr lang="pt-BR" sz="3200" dirty="0"/>
          </a:p>
          <a:p>
            <a:r>
              <a:rPr lang="pt-BR" sz="3200" dirty="0"/>
              <a:t>Professor orientador</a:t>
            </a:r>
          </a:p>
          <a:p>
            <a:endParaRPr lang="pt-BR" sz="3200" dirty="0"/>
          </a:p>
          <a:p>
            <a:r>
              <a:rPr lang="pt-BR" sz="3200" dirty="0"/>
              <a:t>Colaboradores e entrevistados</a:t>
            </a:r>
          </a:p>
          <a:p>
            <a:endParaRPr lang="pt-BR" sz="3200" dirty="0"/>
          </a:p>
          <a:p>
            <a:r>
              <a:rPr lang="pt-BR" sz="3200" dirty="0"/>
              <a:t>Divisão de tarefas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7205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04DBC-E6E2-85B3-C149-1CDA017E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42F752A8-984D-38C3-997F-658D553B032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Recursos de Hardware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5477C6-2F72-8C6F-BBE3-2E9075342065}"/>
              </a:ext>
            </a:extLst>
          </p:cNvPr>
          <p:cNvSpPr txBox="1"/>
          <p:nvPr/>
        </p:nvSpPr>
        <p:spPr>
          <a:xfrm>
            <a:off x="-35744" y="2814697"/>
            <a:ext cx="13004800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Computadores para desenvolvimento</a:t>
            </a:r>
          </a:p>
          <a:p>
            <a:endParaRPr lang="pt-BR" sz="3200" dirty="0"/>
          </a:p>
          <a:p>
            <a:r>
              <a:rPr lang="pt-BR" sz="3200" dirty="0"/>
              <a:t>Acesso à internet</a:t>
            </a:r>
          </a:p>
          <a:p>
            <a:endParaRPr lang="pt-BR" sz="3200" dirty="0"/>
          </a:p>
          <a:p>
            <a:r>
              <a:rPr lang="pt-BR" sz="3200" dirty="0"/>
              <a:t>Periféricos (mouse, teclado)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7750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0398A-1983-7A55-EB6F-745577F9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0A6CB33C-8BB6-0922-1766-19F27D652B8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Recursos de Software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0B9818-A57D-9CBB-5B31-3CCC47D5D493}"/>
              </a:ext>
            </a:extLst>
          </p:cNvPr>
          <p:cNvSpPr txBox="1"/>
          <p:nvPr/>
        </p:nvSpPr>
        <p:spPr>
          <a:xfrm>
            <a:off x="0" y="2860863"/>
            <a:ext cx="13004800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Linguagem de programação</a:t>
            </a:r>
          </a:p>
          <a:p>
            <a:endParaRPr lang="pt-BR" sz="3200" dirty="0"/>
          </a:p>
          <a:p>
            <a:r>
              <a:rPr lang="pt-BR" sz="3200" dirty="0"/>
              <a:t>Banco de dados </a:t>
            </a:r>
          </a:p>
          <a:p>
            <a:endParaRPr lang="pt-BR" sz="3200" dirty="0"/>
          </a:p>
          <a:p>
            <a:r>
              <a:rPr lang="pt-BR" sz="3200" dirty="0"/>
              <a:t>IDE (</a:t>
            </a:r>
            <a:r>
              <a:rPr lang="pt-BR" sz="3200" dirty="0" err="1"/>
              <a:t>IntelliJ</a:t>
            </a:r>
            <a:r>
              <a:rPr lang="pt-BR" sz="3200" dirty="0"/>
              <a:t>)</a:t>
            </a:r>
          </a:p>
          <a:p>
            <a:endParaRPr lang="pt-BR" sz="3200" dirty="0"/>
          </a:p>
          <a:p>
            <a:r>
              <a:rPr lang="pt-BR" sz="3200" dirty="0"/>
              <a:t>Sistema operacional</a:t>
            </a:r>
          </a:p>
          <a:p>
            <a:endParaRPr lang="pt-BR" sz="3200" dirty="0"/>
          </a:p>
          <a:p>
            <a:r>
              <a:rPr lang="pt-BR" sz="3200" dirty="0"/>
              <a:t>Ferramentas de documentação (Pacote Office)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91573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12FA4-AEBC-854C-B00B-B66CE6AAB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EC58082F-F364-E955-9822-8FF4F8314E7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Outros Recursos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82D9C8-4436-3538-AB8A-214D7D20CC18}"/>
              </a:ext>
            </a:extLst>
          </p:cNvPr>
          <p:cNvSpPr txBox="1"/>
          <p:nvPr/>
        </p:nvSpPr>
        <p:spPr>
          <a:xfrm>
            <a:off x="0" y="2860863"/>
            <a:ext cx="13004800" cy="2062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Internet para testes</a:t>
            </a:r>
          </a:p>
          <a:p>
            <a:endParaRPr lang="pt-BR" sz="3200" dirty="0"/>
          </a:p>
          <a:p>
            <a:r>
              <a:rPr lang="pt-BR" sz="3200" dirty="0"/>
              <a:t>Materiais de apoio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11309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65112-A9B7-EF71-4B2F-E601962C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4D3C9BF3-8AB6-8EC5-BCA4-D0B780DCEF5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Cronograma do Projeto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49D8DF-7D27-E694-149D-960215F7AC2C}"/>
              </a:ext>
            </a:extLst>
          </p:cNvPr>
          <p:cNvSpPr txBox="1"/>
          <p:nvPr/>
        </p:nvSpPr>
        <p:spPr>
          <a:xfrm>
            <a:off x="0" y="2860863"/>
            <a:ext cx="13004800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Definição das etapas</a:t>
            </a:r>
          </a:p>
          <a:p>
            <a:endParaRPr lang="pt-BR" sz="3200" dirty="0"/>
          </a:p>
          <a:p>
            <a:r>
              <a:rPr lang="pt-BR" sz="3200" dirty="0"/>
              <a:t>Fases: análise, desenvolvimento e testes</a:t>
            </a:r>
          </a:p>
          <a:p>
            <a:endParaRPr lang="pt-BR" sz="3200" dirty="0"/>
          </a:p>
          <a:p>
            <a:r>
              <a:rPr lang="pt-BR" sz="3200" dirty="0"/>
              <a:t>Atualizações 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570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DFF1D0-0C78-94AF-A560-17E74EA0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891074B1-4428-3D05-B5AD-CFD16EE8DE1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Requisitos do Sistema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57B3AD-83FA-A665-BE2B-40885BDE2C9F}"/>
              </a:ext>
            </a:extLst>
          </p:cNvPr>
          <p:cNvSpPr txBox="1"/>
          <p:nvPr/>
        </p:nvSpPr>
        <p:spPr>
          <a:xfrm>
            <a:off x="0" y="2860863"/>
            <a:ext cx="13004800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Definição das funcionalidades</a:t>
            </a:r>
          </a:p>
          <a:p>
            <a:endParaRPr lang="pt-BR" sz="3200" dirty="0"/>
          </a:p>
          <a:p>
            <a:r>
              <a:rPr lang="pt-BR" sz="3200" dirty="0"/>
              <a:t>Identificação das necessidades</a:t>
            </a:r>
          </a:p>
          <a:p>
            <a:endParaRPr lang="pt-BR" sz="3200" dirty="0"/>
          </a:p>
          <a:p>
            <a:r>
              <a:rPr lang="pt-BR" sz="3200" dirty="0"/>
              <a:t>Organização dos requisitos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29890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314C-E5AA-FF02-110A-5169E7D8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C77E2D7B-DB07-3228-49B7-3AA44193141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Requisitos Funcionais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631254-E8D9-F326-B540-4F27D28EB200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Cadastro de usuários e pets</a:t>
            </a:r>
          </a:p>
          <a:p>
            <a:endParaRPr lang="pt-BR" sz="3200" dirty="0"/>
          </a:p>
          <a:p>
            <a:r>
              <a:rPr lang="pt-BR" sz="3200" dirty="0"/>
              <a:t>Registro de vacinação</a:t>
            </a:r>
          </a:p>
          <a:p>
            <a:endParaRPr lang="pt-BR" sz="3200" dirty="0"/>
          </a:p>
          <a:p>
            <a:r>
              <a:rPr lang="pt-BR" sz="3200" dirty="0"/>
              <a:t>Agendamento de vacinas</a:t>
            </a:r>
          </a:p>
          <a:p>
            <a:endParaRPr lang="pt-BR" sz="3200" dirty="0"/>
          </a:p>
          <a:p>
            <a:r>
              <a:rPr lang="pt-BR" sz="3200" dirty="0"/>
              <a:t>Divulgação de animais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86351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C4148-21AC-A28B-65DA-2CF6CFB7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E17AB7CF-68F7-B6AB-AC80-CD2298FAA87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779664" y="556320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Requisitos Não Funcionais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BBC7AD-3009-4A18-4A12-A8AE6728B27B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Sistema responsivo</a:t>
            </a:r>
          </a:p>
          <a:p>
            <a:endParaRPr lang="pt-BR" sz="3200" dirty="0"/>
          </a:p>
          <a:p>
            <a:r>
              <a:rPr lang="pt-BR" sz="3200" dirty="0"/>
              <a:t>Segurança dos dados</a:t>
            </a:r>
          </a:p>
          <a:p>
            <a:endParaRPr lang="pt-BR" sz="3200" dirty="0"/>
          </a:p>
          <a:p>
            <a:r>
              <a:rPr lang="pt-BR" sz="3200" dirty="0"/>
              <a:t>Facilidade de uso</a:t>
            </a:r>
          </a:p>
          <a:p>
            <a:endParaRPr lang="pt-BR" sz="3200" dirty="0"/>
          </a:p>
          <a:p>
            <a:r>
              <a:rPr lang="pt-BR" sz="3200" dirty="0"/>
              <a:t>Bom desempenho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24630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6F5A5-9834-EFAF-B959-3D99FB18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A2DA51BC-4A8F-9940-5645-CC2F9699897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Análise dos Requisitos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6D0FF9-78FD-AC17-4E3C-CD5A8CCBA553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Validação com entrevistas</a:t>
            </a:r>
          </a:p>
          <a:p>
            <a:endParaRPr lang="pt-BR" sz="3200" dirty="0"/>
          </a:p>
          <a:p>
            <a:r>
              <a:rPr lang="pt-BR" sz="3200" dirty="0"/>
              <a:t>Priorização das funcionalidades</a:t>
            </a:r>
          </a:p>
          <a:p>
            <a:endParaRPr lang="pt-BR" sz="3200" dirty="0"/>
          </a:p>
          <a:p>
            <a:r>
              <a:rPr lang="pt-BR" sz="3200" dirty="0"/>
              <a:t>Identificação de melhorias</a:t>
            </a:r>
          </a:p>
          <a:p>
            <a:endParaRPr lang="pt-BR" sz="3200" dirty="0"/>
          </a:p>
          <a:p>
            <a:r>
              <a:rPr lang="pt-BR" sz="3200" dirty="0"/>
              <a:t>Ajustes conforme usuários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47003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175</Words>
  <Application>Microsoft Office PowerPoint</Application>
  <PresentationFormat>Personalizar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Helvetica Neue</vt:lpstr>
      <vt:lpstr>Helvetica Neue Medium</vt:lpstr>
      <vt:lpstr>21_BasicWhite</vt:lpstr>
      <vt:lpstr>Curso: Sistemas de Informação Disciplina:   Atividades de Extensão IV Unidade/assunto: Projeto de Integração Disciplinar </vt:lpstr>
      <vt:lpstr>PetLink</vt:lpstr>
      <vt:lpstr>Planejamento</vt:lpstr>
      <vt:lpstr>Recursos Humanos</vt:lpstr>
      <vt:lpstr>Recursos de Hardware</vt:lpstr>
      <vt:lpstr>Recursos de Software</vt:lpstr>
      <vt:lpstr>Outros Recursos</vt:lpstr>
      <vt:lpstr>Cronograma do Projeto</vt:lpstr>
      <vt:lpstr>Requisitos do Sistema</vt:lpstr>
      <vt:lpstr>Requisitos Funcionais</vt:lpstr>
      <vt:lpstr>Requisitos Não Funcionais</vt:lpstr>
      <vt:lpstr>Análise dos Requisitos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Ribeiro</dc:creator>
  <cp:lastModifiedBy>Rodrigo Ribeiro</cp:lastModifiedBy>
  <cp:revision>135</cp:revision>
  <dcterms:modified xsi:type="dcterms:W3CDTF">2026-04-03T21:27:38Z</dcterms:modified>
</cp:coreProperties>
</file>