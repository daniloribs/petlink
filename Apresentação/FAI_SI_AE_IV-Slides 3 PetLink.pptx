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75" r:id="rId3"/>
    <p:sldId id="299" r:id="rId4"/>
    <p:sldId id="303" r:id="rId5"/>
    <p:sldId id="296" r:id="rId6"/>
    <p:sldId id="301" r:id="rId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2022" y="12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3244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44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4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62" name="Subtítulo do Slid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63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ítulo da Seção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da Seção</a:t>
            </a:r>
          </a:p>
        </p:txBody>
      </p:sp>
      <p:sp>
        <p:nvSpPr>
          <p:cNvPr id="7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80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8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ítulo da Agenda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Título da Agenda</a:t>
            </a:r>
          </a:p>
        </p:txBody>
      </p:sp>
      <p:sp>
        <p:nvSpPr>
          <p:cNvPr id="89" name="Subtítulo de Agend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de Agenda</a:t>
            </a:r>
          </a:p>
        </p:txBody>
      </p:sp>
      <p:sp>
        <p:nvSpPr>
          <p:cNvPr id="90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Tópicos da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ato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Informações do fat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Informações do fato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“Citação Notável”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Atribuiçã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Atribuição</a:t>
            </a:r>
          </a:p>
        </p:txBody>
      </p:sp>
      <p:sp>
        <p:nvSpPr>
          <p:cNvPr id="11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m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m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m"/>
          <p:cNvSpPr>
            <a:spLocks noGrp="1"/>
          </p:cNvSpPr>
          <p:nvPr>
            <p:ph type="pic" idx="23"/>
          </p:nvPr>
        </p:nvSpPr>
        <p:spPr>
          <a:xfrm>
            <a:off x="4984750" y="2749550"/>
            <a:ext cx="7937500" cy="9238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ítulo do Slide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Título do Slide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1101800" y="6749008"/>
            <a:ext cx="11809312" cy="199922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defRPr sz="6000" spc="-119">
                <a:solidFill>
                  <a:srgbClr val="FFFFFF"/>
                </a:solidFill>
              </a:defRPr>
            </a:pPr>
            <a:r>
              <a:rPr lang="pt-BR" sz="3600" dirty="0">
                <a:solidFill>
                  <a:srgbClr val="FFFF00"/>
                </a:solidFill>
              </a:rPr>
              <a:t>Curso: Sistemas de Informação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Disciplina:   Atividades de Extensão IV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Unidade/assunto: Projeto de Integração Disciplinar</a:t>
            </a:r>
            <a:br>
              <a:rPr lang="pt-BR" sz="2800" dirty="0">
                <a:solidFill>
                  <a:srgbClr val="FFFF00"/>
                </a:solidFill>
              </a:rPr>
            </a:br>
            <a:endParaRPr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55480-27D4-646C-79CD-B1272BA6A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986" y="1731386"/>
            <a:ext cx="6290828" cy="629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691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EACB2-A43A-0AC8-CDDD-BD48213C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50E464D0-6A98-8871-6F2C-FF361A4BF37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Objetivo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3F0D9-E026-94DC-BBFE-AAEBC6D7C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045" y="1780456"/>
            <a:ext cx="5244027" cy="6369028"/>
          </a:xfrm>
          <a:prstGeom prst="rect">
            <a:avLst/>
          </a:prstGeom>
        </p:spPr>
      </p:pic>
      <p:sp>
        <p:nvSpPr>
          <p:cNvPr id="5" name="CaixaDeTexto 1">
            <a:extLst>
              <a:ext uri="{FF2B5EF4-FFF2-40B4-BE49-F238E27FC236}">
                <a16:creationId xmlns:a16="http://schemas.microsoft.com/office/drawing/2014/main" id="{F26CFA46-734B-050F-580A-F54F3680F9B4}"/>
              </a:ext>
            </a:extLst>
          </p:cNvPr>
          <p:cNvSpPr txBox="1"/>
          <p:nvPr/>
        </p:nvSpPr>
        <p:spPr>
          <a:xfrm>
            <a:off x="309712" y="3504003"/>
            <a:ext cx="6624736" cy="35496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pt-BR" sz="3200" dirty="0"/>
              <a:t>Incentivar a Vacinação de animais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Doação e Adoção Responsável 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Diminuir Maus tratos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Facilitar a vida do tutor</a:t>
            </a:r>
          </a:p>
        </p:txBody>
      </p:sp>
    </p:spTree>
    <p:extLst>
      <p:ext uri="{BB962C8B-B14F-4D97-AF65-F5344CB8AC3E}">
        <p14:creationId xmlns:p14="http://schemas.microsoft.com/office/powerpoint/2010/main" val="19903756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A2C65-627B-6FA6-8A71-45EA0553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B331C0D9-BE08-A633-DC94-41F2FEAFF27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Banco de Dados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2B1CB5A-3521-344A-2094-571B6C74D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55" y="1420416"/>
            <a:ext cx="10295093" cy="770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2798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314C-E5AA-FF02-110A-5169E7D8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C77E2D7B-DB07-3228-49B7-3AA44193141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Fluxos De Eventos </a:t>
            </a:r>
            <a:endParaRPr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F30E434-C353-6725-3AAD-DBA27E415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156" y="1609269"/>
            <a:ext cx="9764488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635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F63B5-E589-BE20-59E7-15D6D6E0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027A5636-8859-F65D-3455-3FE5E80807A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Fluxos De Eventos </a:t>
            </a:r>
            <a:endParaRPr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23E0476-6941-451E-186C-FD0092881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340" y="1704532"/>
            <a:ext cx="1017412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5996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49</Words>
  <Application>Microsoft Office PowerPoint</Application>
  <PresentationFormat>Personalizar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Helvetica Neue</vt:lpstr>
      <vt:lpstr>Helvetica Neue Medium</vt:lpstr>
      <vt:lpstr>21_BasicWhite</vt:lpstr>
      <vt:lpstr>Curso: Sistemas de Informação Disciplina:   Atividades de Extensão IV Unidade/assunto: Projeto de Integração Disciplinar </vt:lpstr>
      <vt:lpstr>Apresentação do PowerPoint</vt:lpstr>
      <vt:lpstr>Objetivo</vt:lpstr>
      <vt:lpstr>Banco de Dados</vt:lpstr>
      <vt:lpstr>Fluxos De Eventos </vt:lpstr>
      <vt:lpstr>Fluxos De Eventos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Ribeiro</dc:creator>
  <cp:lastModifiedBy>Danilo Ribeiro</cp:lastModifiedBy>
  <cp:revision>138</cp:revision>
  <dcterms:modified xsi:type="dcterms:W3CDTF">2026-06-19T22:21:38Z</dcterms:modified>
</cp:coreProperties>
</file>